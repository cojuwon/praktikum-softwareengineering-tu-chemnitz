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10"/>
  </p:notesMasterIdLst>
  <p:handoutMasterIdLst>
    <p:handoutMasterId r:id="rId11"/>
  </p:handoutMasterIdLst>
  <p:sldIdLst>
    <p:sldId id="309" r:id="rId3"/>
    <p:sldId id="320" r:id="rId4"/>
    <p:sldId id="325" r:id="rId5"/>
    <p:sldId id="323" r:id="rId6"/>
    <p:sldId id="326" r:id="rId7"/>
    <p:sldId id="324" r:id="rId8"/>
    <p:sldId id="327" r:id="rId9"/>
  </p:sldIdLst>
  <p:sldSz cx="12192000" cy="6858000"/>
  <p:notesSz cx="9928225" cy="6797675"/>
  <p:embeddedFontLst>
    <p:embeddedFont>
      <p:font typeface="Roboto" panose="02000000000000000000" pitchFamily="2" charset="0"/>
      <p:regular r:id="rId12"/>
      <p:bold r:id="rId13"/>
      <p:italic r:id="rId14"/>
      <p:boldItalic r:id="rId15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58FB9-B10F-459E-BB86-CAF2502B39E7}" v="10" dt="2025-11-02T13:14:34.1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54" d="100"/>
          <a:sy n="154" d="100"/>
        </p:scale>
        <p:origin x="432" y="13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 sldOrd">
      <pc:chgData name="Anton Schmierer" userId="cd19fb61ffe98ab8" providerId="LiveId" clId="{80B9D0F7-EA3F-41F2-A018-82727FD7D854}" dt="2025-11-02T13:16:11.357" v="3148" actId="20577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0:18.059" v="2131" actId="14100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0-31T17:20:25.444" v="1149" actId="20577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0-31T17:20:49.858" v="1165" actId="20577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0-31T17:21:04.922" v="1188" actId="20577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28" creationId="{B643D27F-4376-A5A8-C2E1-1BCE062B0EF7}"/>
          </ac:grpSpMkLst>
        </pc:gr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delSp modSp add mod">
        <pc:chgData name="Anton Schmierer" userId="cd19fb61ffe98ab8" providerId="LiveId" clId="{80B9D0F7-EA3F-41F2-A018-82727FD7D854}" dt="2025-11-02T13:15:10.343" v="3147" actId="404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33:45.497" v="2138" actId="20577"/>
          <ac:spMkLst>
            <pc:docMk/>
            <pc:sldMk cId="3198472219" sldId="324"/>
            <ac:spMk id="13" creationId="{D1D282D5-4954-C473-A622-74E78E5BFE5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16" creationId="{CDCF8D9F-C00F-220D-1FE5-10B55DE47164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23" creationId="{2C1286C7-C68F-5F16-0D9B-1DBA4D2E3D45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29" creationId="{5210C88F-9D7A-4519-D08F-BC808ADF718C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0" creationId="{6D0FFC1E-8967-7C12-A88E-CE3F989EE20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2" creationId="{1B499BAB-54B0-190B-41B8-3ADB0D4BA76F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3" creationId="{4CFA62C9-9BD8-1E81-A223-56D80A9F9FB2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5" creationId="{35B3141B-CD4D-DDFD-C419-44BABD53611E}"/>
          </ac:spMkLst>
        </pc:spChg>
        <pc:spChg chg="mod topLvl">
          <ac:chgData name="Anton Schmierer" userId="cd19fb61ffe98ab8" providerId="LiveId" clId="{80B9D0F7-EA3F-41F2-A018-82727FD7D854}" dt="2025-11-02T13:15:10.343" v="3147" actId="404"/>
          <ac:spMkLst>
            <pc:docMk/>
            <pc:sldMk cId="3198472219" sldId="324"/>
            <ac:spMk id="36" creationId="{1EA3713F-729B-04C7-B7E5-83DBB5A34B0E}"/>
          </ac:spMkLst>
        </pc:s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28" creationId="{50134241-EF9D-70A4-3626-D8FC9E43A41B}"/>
          </ac:grpSpMkLst>
        </pc:gr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34" creationId="{3658EFA5-70B9-9F70-E196-8DBF52C096FE}"/>
          </ac:grpSpMkLst>
        </pc:gr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Sp delSp modSp add mod">
        <pc:chgData name="Anton Schmierer" userId="cd19fb61ffe98ab8" providerId="LiveId" clId="{80B9D0F7-EA3F-41F2-A018-82727FD7D854}" dt="2025-11-02T13:05:11.444" v="2516" actId="20577"/>
        <pc:sldMkLst>
          <pc:docMk/>
          <pc:sldMk cId="2896009243" sldId="326"/>
        </pc:sldMkLst>
        <pc:spChg chg="add del mod">
          <ac:chgData name="Anton Schmierer" userId="cd19fb61ffe98ab8" providerId="LiveId" clId="{80B9D0F7-EA3F-41F2-A018-82727FD7D854}" dt="2025-11-02T12:25:53.702" v="1811" actId="22"/>
          <ac:spMkLst>
            <pc:docMk/>
            <pc:sldMk cId="2896009243" sldId="326"/>
            <ac:spMk id="3" creationId="{A0FC4FC9-0627-1B0A-38E9-F49AFB39F2BF}"/>
          </ac:spMkLst>
        </pc:spChg>
        <pc:spChg chg="mod">
          <ac:chgData name="Anton Schmierer" userId="cd19fb61ffe98ab8" providerId="LiveId" clId="{80B9D0F7-EA3F-41F2-A018-82727FD7D854}" dt="2025-11-02T12:44:28.914" v="2335" actId="113"/>
          <ac:spMkLst>
            <pc:docMk/>
            <pc:sldMk cId="2896009243" sldId="326"/>
            <ac:spMk id="13" creationId="{E6E3EBC0-723F-F7D0-ACA2-4E09092AB8C4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16" creationId="{665CAE3C-0BE9-B64A-582F-16E7042F715F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23" creationId="{29A0B859-68B5-54AE-E0BF-02B13905C4E8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29" creationId="{9D2C2D3F-C6AC-B8D3-7BB1-5329580C5C07}"/>
          </ac:spMkLst>
        </pc:spChg>
        <pc:spChg chg="mod topLvl">
          <ac:chgData name="Anton Schmierer" userId="cd19fb61ffe98ab8" providerId="LiveId" clId="{80B9D0F7-EA3F-41F2-A018-82727FD7D854}" dt="2025-11-02T13:05:11.444" v="2516" actId="20577"/>
          <ac:spMkLst>
            <pc:docMk/>
            <pc:sldMk cId="2896009243" sldId="326"/>
            <ac:spMk id="30" creationId="{5E9C480F-7AAE-9D80-0CF4-A1C084948362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2" creationId="{BA73486A-0A42-6325-01A4-228426815203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3" creationId="{F5011F0E-3717-F098-B65E-ED436DF0D095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5" creationId="{9BB76188-89D3-74F4-F0D9-A9B616007207}"/>
          </ac:spMkLst>
        </pc:spChg>
        <pc:spChg chg="mod topLvl">
          <ac:chgData name="Anton Schmierer" userId="cd19fb61ffe98ab8" providerId="LiveId" clId="{80B9D0F7-EA3F-41F2-A018-82727FD7D854}" dt="2025-11-02T12:38:18.617" v="2305" actId="20577"/>
          <ac:spMkLst>
            <pc:docMk/>
            <pc:sldMk cId="2896009243" sldId="326"/>
            <ac:spMk id="36" creationId="{B005B8DA-BB0C-9E20-9AEE-B972A8B92F94}"/>
          </ac:spMkLst>
        </pc:spChg>
        <pc:spChg chg="mod">
          <ac:chgData name="Anton Schmierer" userId="cd19fb61ffe98ab8" providerId="LiveId" clId="{80B9D0F7-EA3F-41F2-A018-82727FD7D854}" dt="2025-11-02T12:38:59.953" v="2318" actId="404"/>
          <ac:spMkLst>
            <pc:docMk/>
            <pc:sldMk cId="2896009243" sldId="326"/>
            <ac:spMk id="37" creationId="{6E30B85C-182C-B01B-A404-07DA6727B760}"/>
          </ac:spMkLst>
        </pc:spChg>
        <pc:spChg chg="mod">
          <ac:chgData name="Anton Schmierer" userId="cd19fb61ffe98ab8" providerId="LiveId" clId="{80B9D0F7-EA3F-41F2-A018-82727FD7D854}" dt="2025-11-02T12:39:14.313" v="2327" actId="403"/>
          <ac:spMkLst>
            <pc:docMk/>
            <pc:sldMk cId="2896009243" sldId="326"/>
            <ac:spMk id="38" creationId="{AE2420E3-4D7A-C81B-F081-6F10F27E26AE}"/>
          </ac:spMkLst>
        </pc:spChg>
        <pc:spChg chg="mod">
          <ac:chgData name="Anton Schmierer" userId="cd19fb61ffe98ab8" providerId="LiveId" clId="{80B9D0F7-EA3F-41F2-A018-82727FD7D854}" dt="2025-11-02T12:39:08.821" v="2322" actId="404"/>
          <ac:spMkLst>
            <pc:docMk/>
            <pc:sldMk cId="2896009243" sldId="326"/>
            <ac:spMk id="39" creationId="{9201EE11-2D3D-CB63-18E4-7D4812906E92}"/>
          </ac:spMkLst>
        </pc:spChg>
        <pc:spChg chg="mod">
          <ac:chgData name="Anton Schmierer" userId="cd19fb61ffe98ab8" providerId="LiveId" clId="{80B9D0F7-EA3F-41F2-A018-82727FD7D854}" dt="2025-11-02T12:39:26.130" v="2333" actId="403"/>
          <ac:spMkLst>
            <pc:docMk/>
            <pc:sldMk cId="2896009243" sldId="326"/>
            <ac:spMk id="40" creationId="{0316FB99-7A2E-CB39-7A1D-7F63DC6BCE64}"/>
          </ac:spMkLst>
        </pc:spChg>
        <pc:spChg chg="mod">
          <ac:chgData name="Anton Schmierer" userId="cd19fb61ffe98ab8" providerId="LiveId" clId="{80B9D0F7-EA3F-41F2-A018-82727FD7D854}" dt="2025-11-02T12:51:38.904" v="2462" actId="403"/>
          <ac:spMkLst>
            <pc:docMk/>
            <pc:sldMk cId="2896009243" sldId="326"/>
            <ac:spMk id="41" creationId="{60283704-3184-7A24-89B9-3C9E011BAFEF}"/>
          </ac:spMkLst>
        </pc:spChg>
        <pc:spChg chg="mod">
          <ac:chgData name="Anton Schmierer" userId="cd19fb61ffe98ab8" providerId="LiveId" clId="{80B9D0F7-EA3F-41F2-A018-82727FD7D854}" dt="2025-11-02T12:51:25.637" v="2457" actId="20577"/>
          <ac:spMkLst>
            <pc:docMk/>
            <pc:sldMk cId="2896009243" sldId="326"/>
            <ac:spMk id="42" creationId="{E130BCB5-B097-92E4-F91B-53BC62BA00F3}"/>
          </ac:spMkLst>
        </pc:s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26" creationId="{E38153DB-E693-2F0C-3242-D232F6F4B297}"/>
          </ac:grpSpMkLst>
        </pc:gr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34" creationId="{E7E4CACD-D50D-8A4D-430E-06F738BD7758}"/>
          </ac:grpSpMkLst>
        </pc:grpChg>
      </pc:sldChg>
      <pc:sldChg chg="modSp add mod ord">
        <pc:chgData name="Anton Schmierer" userId="cd19fb61ffe98ab8" providerId="LiveId" clId="{80B9D0F7-EA3F-41F2-A018-82727FD7D854}" dt="2025-11-02T13:16:11.357" v="3148" actId="20577"/>
        <pc:sldMkLst>
          <pc:docMk/>
          <pc:sldMk cId="1755105979" sldId="327"/>
        </pc:sldMkLst>
        <pc:spChg chg="mod">
          <ac:chgData name="Anton Schmierer" userId="cd19fb61ffe98ab8" providerId="LiveId" clId="{80B9D0F7-EA3F-41F2-A018-82727FD7D854}" dt="2025-11-02T13:16:11.357" v="3148" actId="20577"/>
          <ac:spMkLst>
            <pc:docMk/>
            <pc:sldMk cId="1755105979" sldId="327"/>
            <ac:spMk id="13" creationId="{53D599D6-C41F-1508-6732-74CF3E45437B}"/>
          </ac:spMkLst>
        </pc:spChg>
        <pc:spChg chg="mod">
          <ac:chgData name="Anton Schmierer" userId="cd19fb61ffe98ab8" providerId="LiveId" clId="{80B9D0F7-EA3F-41F2-A018-82727FD7D854}" dt="2025-11-02T13:09:52.201" v="2650" actId="20577"/>
          <ac:spMkLst>
            <pc:docMk/>
            <pc:sldMk cId="1755105979" sldId="327"/>
            <ac:spMk id="23" creationId="{425C52F3-9F06-D600-8402-6801DD2D20C8}"/>
          </ac:spMkLst>
        </pc:spChg>
        <pc:spChg chg="mod">
          <ac:chgData name="Anton Schmierer" userId="cd19fb61ffe98ab8" providerId="LiveId" clId="{80B9D0F7-EA3F-41F2-A018-82727FD7D854}" dt="2025-11-02T13:10:37.064" v="2764" actId="20577"/>
          <ac:spMkLst>
            <pc:docMk/>
            <pc:sldMk cId="1755105979" sldId="327"/>
            <ac:spMk id="30" creationId="{3152A41D-2DBE-F6ED-FF7D-D95B71304EF2}"/>
          </ac:spMkLst>
        </pc:spChg>
        <pc:spChg chg="mod">
          <ac:chgData name="Anton Schmierer" userId="cd19fb61ffe98ab8" providerId="LiveId" clId="{80B9D0F7-EA3F-41F2-A018-82727FD7D854}" dt="2025-11-02T13:14:58.684" v="3146" actId="404"/>
          <ac:spMkLst>
            <pc:docMk/>
            <pc:sldMk cId="1755105979" sldId="327"/>
            <ac:spMk id="36" creationId="{5917989A-AC49-5190-B8C3-A2231234889E}"/>
          </ac:spMkLst>
        </pc:spChg>
        <pc:spChg chg="mod">
          <ac:chgData name="Anton Schmierer" userId="cd19fb61ffe98ab8" providerId="LiveId" clId="{80B9D0F7-EA3F-41F2-A018-82727FD7D854}" dt="2025-11-02T13:13:03.597" v="3140" actId="20577"/>
          <ac:spMkLst>
            <pc:docMk/>
            <pc:sldMk cId="1755105979" sldId="327"/>
            <ac:spMk id="37" creationId="{1B2CD919-00AE-CB18-B1E7-62874B211899}"/>
          </ac:spMkLst>
        </pc:spChg>
        <pc:spChg chg="mod">
          <ac:chgData name="Anton Schmierer" userId="cd19fb61ffe98ab8" providerId="LiveId" clId="{80B9D0F7-EA3F-41F2-A018-82727FD7D854}" dt="2025-11-02T13:13:14.503" v="3141" actId="20577"/>
          <ac:spMkLst>
            <pc:docMk/>
            <pc:sldMk cId="1755105979" sldId="327"/>
            <ac:spMk id="38" creationId="{70C3C467-7236-73BC-2AEF-EC174F75747A}"/>
          </ac:spMkLst>
        </pc:spChg>
        <pc:spChg chg="mod">
          <ac:chgData name="Anton Schmierer" userId="cd19fb61ffe98ab8" providerId="LiveId" clId="{80B9D0F7-EA3F-41F2-A018-82727FD7D854}" dt="2025-11-02T13:13:46.721" v="3142" actId="20577"/>
          <ac:spMkLst>
            <pc:docMk/>
            <pc:sldMk cId="1755105979" sldId="327"/>
            <ac:spMk id="40" creationId="{7C3B4822-ABDA-A835-CF63-3B64F8C04BA3}"/>
          </ac:spMkLst>
        </pc:spChg>
        <pc:spChg chg="mod">
          <ac:chgData name="Anton Schmierer" userId="cd19fb61ffe98ab8" providerId="LiveId" clId="{80B9D0F7-EA3F-41F2-A018-82727FD7D854}" dt="2025-11-02T13:14:34.117" v="3145"/>
          <ac:spMkLst>
            <pc:docMk/>
            <pc:sldMk cId="1755105979" sldId="327"/>
            <ac:spMk id="42" creationId="{F1322A1A-71DE-C7B6-C853-009C947D05D6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0453E-9F15-8CFA-BD08-71D4F4FD9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D1617A-A75D-E966-19FB-F223D071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3527BBC-C045-6770-CE08-0DA87DE0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FA705-C919-A262-DB2C-5903EE41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96403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4549-4649-3971-E334-0FF492D9B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B2327C9-57A4-94AA-5758-C9CEA8B3E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5A8624-6AB9-8354-6163-BD0DC0A9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FCF8DF-C621-9A7F-E161-9BCB74848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8630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 </a:t>
            </a:r>
            <a:r>
              <a:rPr lang="de-DE" sz="1100" dirty="0">
                <a:solidFill>
                  <a:schemeClr val="tx1"/>
                </a:solidFill>
              </a:rPr>
              <a:t>BUC-01-Datenerfassung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903446" y="1370669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ermöglichen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Beratungsfälle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benutzerfreundliche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Eingabemaske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zwei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Arten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Datensätzem</a:t>
            </a:r>
            <a:r>
              <a:rPr lang="en-US" sz="1100" dirty="0">
                <a:solidFill>
                  <a:schemeClr val="tx1"/>
                </a:solidFill>
              </a:rPr>
              <a:t>: 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Erstkontakt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bzw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Terminvereinbarung</a:t>
            </a:r>
            <a:r>
              <a:rPr lang="en-US" sz="1100" dirty="0">
                <a:solidFill>
                  <a:schemeClr val="tx1"/>
                </a:solidFill>
              </a:rPr>
              <a:t>) und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laufende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</a:t>
            </a:r>
            <a:r>
              <a:rPr lang="en-US" sz="1100" dirty="0">
                <a:solidFill>
                  <a:schemeClr val="tx1"/>
                </a:solidFill>
              </a:rPr>
              <a:t>). Beim </a:t>
            </a:r>
            <a:r>
              <a:rPr lang="en-US" sz="1100" dirty="0" err="1">
                <a:solidFill>
                  <a:schemeClr val="tx1"/>
                </a:solidFill>
              </a:rPr>
              <a:t>Speichern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: </a:t>
            </a:r>
            <a:r>
              <a:rPr lang="en-US" sz="1100" dirty="0" err="1">
                <a:solidFill>
                  <a:schemeClr val="tx1"/>
                </a:solidFill>
              </a:rPr>
              <a:t>fehlende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Angaben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Fehlermeldung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angezeigt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903448" y="2301438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Der </a:t>
            </a:r>
            <a:r>
              <a:rPr lang="en-US" sz="1100" dirty="0" err="1">
                <a:solidFill>
                  <a:schemeClr val="tx1"/>
                </a:solidFill>
              </a:rPr>
              <a:t>Kernprozess</a:t>
            </a:r>
            <a:r>
              <a:rPr lang="en-US" sz="1100" dirty="0">
                <a:solidFill>
                  <a:schemeClr val="tx1"/>
                </a:solidFill>
              </a:rPr>
              <a:t> des Systems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Erfassung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difital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strukturiert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erfolgen</a:t>
            </a:r>
            <a:r>
              <a:rPr lang="en-US" sz="1100" dirty="0">
                <a:solidFill>
                  <a:schemeClr val="tx1"/>
                </a:solidFill>
              </a:rPr>
              <a:t>. Das </a:t>
            </a:r>
            <a:r>
              <a:rPr lang="en-US" sz="1100" dirty="0" err="1">
                <a:solidFill>
                  <a:schemeClr val="tx1"/>
                </a:solidFill>
              </a:rPr>
              <a:t>reduziert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Arbeitsaufwand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Mitglieder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903446" y="3232207"/>
            <a:ext cx="10096466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903448" y="3694826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 Schneller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Alle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Fehlermeldungen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formuliert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Schnellere Dokumentation &amp; schnellere Eingabe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Ohne diese Funktion bleibt der Erfassungsprozess unübersichtlich und die Fehleranfälligkeit bleibt hoch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Bei zu vielen Pflichtfeldern kann die Erfassung als zu aufwendig empfunden werden. 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04C62-C29B-7355-2BEC-9FC03F93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5EC3C2-52A5-8AAE-0D5F-B2220046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E3EBC0-723F-F7D0-ACA2-4E09092AB8C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FR-5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DBBD9A7-2780-1F0E-6A0B-38CFE57D0C31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0134C4-5353-F4F6-838F-FC08FBDBBE93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65CAE3C-0BE9-B64A-582F-16E7042F715F}"/>
              </a:ext>
            </a:extLst>
          </p:cNvPr>
          <p:cNvSpPr/>
          <p:nvPr/>
        </p:nvSpPr>
        <p:spPr>
          <a:xfrm>
            <a:off x="192088" y="1370669"/>
            <a:ext cx="1375455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A0B859-68B5-54AE-E0BF-02B13905C4E8}"/>
              </a:ext>
            </a:extLst>
          </p:cNvPr>
          <p:cNvSpPr/>
          <p:nvPr/>
        </p:nvSpPr>
        <p:spPr>
          <a:xfrm>
            <a:off x="1903444" y="1370669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- Das System benötigt passwortgeschützte Konten mit abgestuften Rechten:  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Basiskonto</a:t>
            </a:r>
            <a:r>
              <a:rPr lang="de-DE" sz="1100" dirty="0">
                <a:solidFill>
                  <a:schemeClr val="tx1"/>
                </a:solidFill>
              </a:rPr>
              <a:t>: Datensätze erfassen/bearbeiten, Statistiken abrufen, selbsterstellte Presets speichern/löschen 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Erweiterungskonto</a:t>
            </a:r>
            <a:r>
              <a:rPr lang="de-DE" sz="1100" dirty="0">
                <a:solidFill>
                  <a:schemeClr val="tx1"/>
                </a:solidFill>
              </a:rPr>
              <a:t>: Zusätzlich neue Formularfelder und geteilte Presets verwalten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Administrationskonto</a:t>
            </a:r>
            <a:r>
              <a:rPr lang="de-DE" sz="1100" dirty="0">
                <a:solidFill>
                  <a:schemeClr val="tx1"/>
                </a:solidFill>
              </a:rPr>
              <a:t>: Zusätzlich Benutzerkonten verwalten (anlegen, Rechte zuweisen/entziehen, löschen)</a:t>
            </a:r>
          </a:p>
          <a:p>
            <a:r>
              <a:rPr lang="de-DE" sz="1100" dirty="0">
                <a:solidFill>
                  <a:schemeClr val="tx1"/>
                </a:solidFill>
              </a:rPr>
              <a:t>- Es muss immer mindestens ein Konto mit Administrationsrechten existieren (empfohlen zwei)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2C2D3F-C6AC-B8D3-7BB1-5329580C5C07}"/>
              </a:ext>
            </a:extLst>
          </p:cNvPr>
          <p:cNvSpPr/>
          <p:nvPr/>
        </p:nvSpPr>
        <p:spPr>
          <a:xfrm>
            <a:off x="192090" y="2301438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9C480F-7AAE-9D80-0CF4-A1C084948362}"/>
              </a:ext>
            </a:extLst>
          </p:cNvPr>
          <p:cNvSpPr/>
          <p:nvPr/>
        </p:nvSpPr>
        <p:spPr>
          <a:xfrm>
            <a:off x="1903446" y="2301438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Sicherheit der Daten und </a:t>
            </a:r>
            <a:r>
              <a:rPr lang="en-US" sz="1100" dirty="0" err="1">
                <a:solidFill>
                  <a:schemeClr val="tx1"/>
                </a:solidFill>
              </a:rPr>
              <a:t>Vermeidung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Überforderung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viele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Optionen</a:t>
            </a:r>
            <a:r>
              <a:rPr lang="en-US" sz="1100" dirty="0">
                <a:solidFill>
                  <a:schemeClr val="tx1"/>
                </a:solidFill>
              </a:rPr>
              <a:t>. Principle of least required privilege.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A73486A-0A42-6325-01A4-228426815203}"/>
              </a:ext>
            </a:extLst>
          </p:cNvPr>
          <p:cNvSpPr/>
          <p:nvPr/>
        </p:nvSpPr>
        <p:spPr>
          <a:xfrm>
            <a:off x="192088" y="3232207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5011F0E-3717-F098-B65E-ED436DF0D095}"/>
              </a:ext>
            </a:extLst>
          </p:cNvPr>
          <p:cNvSpPr/>
          <p:nvPr/>
        </p:nvSpPr>
        <p:spPr>
          <a:xfrm>
            <a:off x="1903444" y="3232207"/>
            <a:ext cx="10096468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B76188-89D3-74F4-F0D9-A9B616007207}"/>
              </a:ext>
            </a:extLst>
          </p:cNvPr>
          <p:cNvSpPr/>
          <p:nvPr/>
        </p:nvSpPr>
        <p:spPr>
          <a:xfrm>
            <a:off x="192090" y="3694827"/>
            <a:ext cx="1375451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05B8DA-BB0C-9E20-9AEE-B972A8B92F94}"/>
              </a:ext>
            </a:extLst>
          </p:cNvPr>
          <p:cNvSpPr/>
          <p:nvPr/>
        </p:nvSpPr>
        <p:spPr>
          <a:xfrm>
            <a:off x="1903446" y="3694826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Die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passwortgeschützt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entsprechenden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Berechtigungen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ausgestattet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mindestens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Administrationskonto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30B85C-182C-B01B-A404-07DA6727B760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E2420E3-4D7A-C81B-F081-6F10F27E26A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01EE11-2D3D-CB63-18E4-7D4812906E9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050" dirty="0">
                <a:solidFill>
                  <a:schemeClr val="tx1"/>
                </a:solidFill>
              </a:rPr>
              <a:t>Hoch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316FB99-7A2E-CB39-7A1D-7F63DC6BCE64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0283704-3184-7A24-89B9-3C9E011BAFEF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130BCB5-B097-92E4-F91B-53BC62BA00F3}"/>
              </a:ext>
            </a:extLst>
          </p:cNvPr>
          <p:cNvSpPr/>
          <p:nvPr/>
        </p:nvSpPr>
        <p:spPr>
          <a:xfrm>
            <a:off x="192086" y="6021388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b="1" dirty="0">
                <a:solidFill>
                  <a:schemeClr val="tx1"/>
                </a:solidFill>
              </a:rPr>
              <a:t>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896009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CF8D9F-C00F-220D-1FE5-10B55DE47164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C1286C7-C68F-5F16-0D9B-1DBA4D2E3D45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barrierearme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bereitstellen</a:t>
            </a:r>
            <a:r>
              <a:rPr lang="en-US" sz="1100" dirty="0">
                <a:solidFill>
                  <a:schemeClr val="tx1"/>
                </a:solidFill>
              </a:rPr>
              <a:t>- </a:t>
            </a:r>
            <a:r>
              <a:rPr lang="en-US" sz="1100" dirty="0" err="1">
                <a:solidFill>
                  <a:schemeClr val="tx1"/>
                </a:solidFill>
              </a:rPr>
              <a:t>Diese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ohne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technische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Vorkenntnisse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bedienbar</a:t>
            </a:r>
            <a:r>
              <a:rPr lang="en-US" sz="1100" dirty="0">
                <a:solidFill>
                  <a:schemeClr val="tx1"/>
                </a:solidFill>
              </a:rPr>
              <a:t> sein.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Bearbeitung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Statistikausgabe</a:t>
            </a:r>
            <a:r>
              <a:rPr lang="en-US" sz="1100" dirty="0">
                <a:solidFill>
                  <a:schemeClr val="tx1"/>
                </a:solidFill>
              </a:rPr>
              <a:t> Leicht verstehen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210C88F-9D7A-4519-D08F-BC808ADF718C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D0FFC1E-8967-7C12-A88E-CE3F989EE207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B499BAB-54B0-190B-41B8-3ADB0D4BA76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CFA62C9-9BD8-1E81-A223-56D80A9F9FB2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B3141B-CD4D-DDFD-C419-44BABD53611E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EA3713F-729B-04C7-B7E5-83DBB5A34B0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*in </a:t>
            </a:r>
            <a:r>
              <a:rPr lang="en-US" sz="1100" dirty="0" err="1">
                <a:solidFill>
                  <a:schemeClr val="tx1"/>
                </a:solidFill>
              </a:rPr>
              <a:t>kann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innerhalb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wenigen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Minuten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als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intuitiv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wahrgenommen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Schriftgröße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Kontrast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einstellbar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 Einführung ohne Schulungsaufwand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Wenn die Oberfläche zu komplex ist, wird sie nicht gerne genutzt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Höhere Barrierefreiheit kann die Designfreiheit einschränken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5AC0-B9A0-584B-D2F4-5088B60A5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5EA179-39C2-A972-3723-70D321546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3D599D6-C41F-1508-6732-74CF3E45437B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</a:t>
            </a:r>
            <a:r>
              <a:rPr lang="en-US" sz="1600" b="1">
                <a:solidFill>
                  <a:schemeClr val="tx1"/>
                </a:solidFill>
              </a:rPr>
              <a:t>#: NR-2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DACCF2E-CC35-E703-AF79-E23A249B1DF0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3A1031F-21FC-58B7-4BF1-D2C662B14074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6A6DF3F-5666-6FF0-0FA7-FBAB2B1CA5E1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25C52F3-9F06-D600-8402-6801DD2D20C8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, das die </a:t>
            </a:r>
            <a:r>
              <a:rPr lang="en-US" sz="1100" dirty="0" err="1">
                <a:solidFill>
                  <a:schemeClr val="tx1"/>
                </a:solidFill>
              </a:rPr>
              <a:t>einzelnen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75687E-4C97-02E1-5B0A-7FC451E99F8A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152A41D-2DBE-F6ED-FF7D-D95B71304EF2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Dazu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Erklärung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Funktionsweise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sehr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wichtig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D89D66E-6792-3823-ED12-4400AFB4B2C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DCA188-BAF5-D0C3-EF94-A06DF875150A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D54DF4-EF7A-0259-382C-3246A74B1F10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917989A-AC49-5190-B8C3-A2231234889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vorhanden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, so </a:t>
            </a:r>
            <a:r>
              <a:rPr lang="en-US" sz="1100" dirty="0" err="1">
                <a:solidFill>
                  <a:schemeClr val="tx1"/>
                </a:solidFill>
              </a:rPr>
              <a:t>dass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Erlernen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korrekten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nur</a:t>
            </a:r>
            <a:r>
              <a:rPr lang="en-US" sz="1100" dirty="0">
                <a:solidFill>
                  <a:schemeClr val="tx1"/>
                </a:solidFill>
              </a:rPr>
              <a:t> 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B2CD919-00AE-CB18-B1E7-62874B211899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0C3C467-7236-73BC-2AEF-EC174F75747A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5DE574E-5926-950D-708A-BCA465D781DD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C3B4822-ABDA-A835-CF63-3B64F8C04BA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F674478-86F4-4664-94DC-7C497D4DB8C2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1322A1A-71DE-C7B6-C853-009C947D05D6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1755105979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722</Words>
  <Application>Microsoft Office PowerPoint</Application>
  <PresentationFormat>Breitbild</PresentationFormat>
  <Paragraphs>108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Roboto</vt:lpstr>
      <vt:lpstr>Calibri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  <vt:lpstr>2. Non-Functional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Anton Schmierer</cp:lastModifiedBy>
  <cp:revision>4</cp:revision>
  <cp:lastPrinted>2015-10-30T11:33:42Z</cp:lastPrinted>
  <dcterms:created xsi:type="dcterms:W3CDTF">2025-10-30T14:38:09Z</dcterms:created>
  <dcterms:modified xsi:type="dcterms:W3CDTF">2025-11-02T13:16:22Z</dcterms:modified>
  <cp:category>Corporate Design der TU Chemnitz</cp:category>
</cp:coreProperties>
</file>