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59" r:id="rId1"/>
    <p:sldMasterId id="2147483699" r:id="rId2"/>
  </p:sldMasterIdLst>
  <p:notesMasterIdLst>
    <p:notesMasterId r:id="rId13"/>
  </p:notesMasterIdLst>
  <p:handoutMasterIdLst>
    <p:handoutMasterId r:id="rId14"/>
  </p:handoutMasterIdLst>
  <p:sldIdLst>
    <p:sldId id="309" r:id="rId3"/>
    <p:sldId id="320" r:id="rId4"/>
    <p:sldId id="325" r:id="rId5"/>
    <p:sldId id="323" r:id="rId6"/>
    <p:sldId id="329" r:id="rId7"/>
    <p:sldId id="326" r:id="rId8"/>
    <p:sldId id="324" r:id="rId9"/>
    <p:sldId id="327" r:id="rId10"/>
    <p:sldId id="328" r:id="rId11"/>
    <p:sldId id="330" r:id="rId12"/>
  </p:sldIdLst>
  <p:sldSz cx="12192000" cy="6858000"/>
  <p:notesSz cx="9928225" cy="6797675"/>
  <p:embeddedFontLst>
    <p:embeddedFont>
      <p:font typeface="Roboto" panose="02000000000000000000" pitchFamily="2" charset="0"/>
      <p:regular r:id="rId15"/>
      <p:bold r:id="rId16"/>
      <p:italic r:id="rId17"/>
      <p:boldItalic r:id="rId18"/>
    </p:embeddedFont>
  </p:embeddedFont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3203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2" userDrawn="1">
          <p15:clr>
            <a:srgbClr val="A4A3A4"/>
          </p15:clr>
        </p15:guide>
        <p15:guide id="2" pos="312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F50"/>
    <a:srgbClr val="707070"/>
    <a:srgbClr val="006F5F"/>
    <a:srgbClr val="003E2F"/>
    <a:srgbClr val="E4B402"/>
    <a:srgbClr val="FFD800"/>
    <a:srgbClr val="009EE3"/>
    <a:srgbClr val="51AE32"/>
    <a:srgbClr val="779A2B"/>
    <a:srgbClr val="003E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658FB9-B10F-459E-BB86-CAF2502B39E7}" v="10" dt="2025-11-02T13:14:34.1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7526" autoAdjust="0"/>
  </p:normalViewPr>
  <p:slideViewPr>
    <p:cSldViewPr snapToGrid="0">
      <p:cViewPr varScale="1">
        <p:scale>
          <a:sx n="108" d="100"/>
          <a:sy n="108" d="100"/>
        </p:scale>
        <p:origin x="558" y="102"/>
      </p:cViewPr>
      <p:guideLst>
        <p:guide orient="horz" pos="3203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73" d="100"/>
          <a:sy n="73" d="100"/>
        </p:scale>
        <p:origin x="-2430" y="-96"/>
      </p:cViewPr>
      <p:guideLst>
        <p:guide orient="horz" pos="2142"/>
        <p:guide pos="312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3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font" Target="fonts/font1.fntdata"/><Relationship Id="rId23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handoutMaster" Target="handoutMasters/handoutMaster1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 Schmierer" userId="cd19fb61ffe98ab8" providerId="LiveId" clId="{80B9D0F7-EA3F-41F2-A018-82727FD7D854}"/>
    <pc:docChg chg="undo custSel addSld delSld modSld sldOrd">
      <pc:chgData name="Anton Schmierer" userId="cd19fb61ffe98ab8" providerId="LiveId" clId="{80B9D0F7-EA3F-41F2-A018-82727FD7D854}" dt="2025-11-02T11:22:11.016" v="3607" actId="13926"/>
      <pc:docMkLst>
        <pc:docMk/>
      </pc:docMkLst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1982010600" sldId="311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4030178265" sldId="315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706531706" sldId="317"/>
        </pc:sldMkLst>
      </pc:sldChg>
      <pc:sldChg chg="modSp mod">
        <pc:chgData name="Anton Schmierer" userId="cd19fb61ffe98ab8" providerId="LiveId" clId="{80B9D0F7-EA3F-41F2-A018-82727FD7D854}" dt="2025-10-31T17:24:14.107" v="1210" actId="20577"/>
        <pc:sldMkLst>
          <pc:docMk/>
          <pc:sldMk cId="856360444" sldId="320"/>
        </pc:sldMkLst>
        <pc:spChg chg="mod">
          <ac:chgData name="Anton Schmierer" userId="cd19fb61ffe98ab8" providerId="LiveId" clId="{80B9D0F7-EA3F-41F2-A018-82727FD7D854}" dt="2025-10-31T16:15:10.601" v="20" actId="20577"/>
          <ac:spMkLst>
            <pc:docMk/>
            <pc:sldMk cId="856360444" sldId="320"/>
            <ac:spMk id="5" creationId="{AC777DA1-E88C-4977-1E2D-114359AE7594}"/>
          </ac:spMkLst>
        </pc:spChg>
        <pc:spChg chg="mod">
          <ac:chgData name="Anton Schmierer" userId="cd19fb61ffe98ab8" providerId="LiveId" clId="{80B9D0F7-EA3F-41F2-A018-82727FD7D854}" dt="2025-10-31T17:24:14.107" v="1210" actId="20577"/>
          <ac:spMkLst>
            <pc:docMk/>
            <pc:sldMk cId="856360444" sldId="320"/>
            <ac:spMk id="7" creationId="{73BF33E3-905B-859A-0CDB-3636FA248E37}"/>
          </ac:spMkLst>
        </pc:spChg>
      </pc:sldChg>
      <pc:sldChg chg="addSp delSp modSp add del mod">
        <pc:chgData name="Anton Schmierer" userId="cd19fb61ffe98ab8" providerId="LiveId" clId="{80B9D0F7-EA3F-41F2-A018-82727FD7D854}" dt="2025-10-31T17:23:35.921" v="1203" actId="47"/>
        <pc:sldMkLst>
          <pc:docMk/>
          <pc:sldMk cId="4138308023" sldId="321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1526234459" sldId="322"/>
        </pc:sldMkLst>
      </pc:sldChg>
      <pc:sldChg chg="addSp delSp modSp add del mod">
        <pc:chgData name="Anton Schmierer" userId="cd19fb61ffe98ab8" providerId="LiveId" clId="{80B9D0F7-EA3F-41F2-A018-82727FD7D854}" dt="2025-10-31T17:23:34.982" v="1202" actId="47"/>
        <pc:sldMkLst>
          <pc:docMk/>
          <pc:sldMk cId="3874823076" sldId="322"/>
        </pc:sldMkLst>
      </pc:sldChg>
      <pc:sldChg chg="addSp delSp modSp add mod">
        <pc:chgData name="Anton Schmierer" userId="cd19fb61ffe98ab8" providerId="LiveId" clId="{80B9D0F7-EA3F-41F2-A018-82727FD7D854}" dt="2025-11-02T12:30:18.059" v="2131" actId="14100"/>
        <pc:sldMkLst>
          <pc:docMk/>
          <pc:sldMk cId="840838842" sldId="323"/>
        </pc:sldMkLst>
        <pc:spChg chg="add mod">
          <ac:chgData name="Anton Schmierer" userId="cd19fb61ffe98ab8" providerId="LiveId" clId="{80B9D0F7-EA3F-41F2-A018-82727FD7D854}" dt="2025-10-31T17:16:23.993" v="1004" actId="12788"/>
          <ac:spMkLst>
            <pc:docMk/>
            <pc:sldMk cId="840838842" sldId="323"/>
            <ac:spMk id="13" creationId="{BFCC9E97-27C8-8124-A7FA-118E30FB3B06}"/>
          </ac:spMkLst>
        </pc:spChg>
        <pc:spChg chg="add mod">
          <ac:chgData name="Anton Schmierer" userId="cd19fb61ffe98ab8" providerId="LiveId" clId="{80B9D0F7-EA3F-41F2-A018-82727FD7D854}" dt="2025-10-31T17:18:49.693" v="1107" actId="20577"/>
          <ac:spMkLst>
            <pc:docMk/>
            <pc:sldMk cId="840838842" sldId="323"/>
            <ac:spMk id="14" creationId="{0C4EE76D-5057-57DF-8187-C9FD5F16E753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15" creationId="{13D26285-C189-D14B-8CAB-E66986D36895}"/>
          </ac:spMkLst>
        </pc:spChg>
        <pc:spChg chg="add 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16" creationId="{53882B26-0FFE-8541-E3E9-B67B5CEEFFE6}"/>
          </ac:spMkLst>
        </pc:spChg>
        <pc:spChg chg="add 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23" creationId="{6DD8798C-9846-824E-B3B1-C5C10749438D}"/>
          </ac:spMkLst>
        </pc:spChg>
        <pc:spChg chg="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29" creationId="{92138D5C-E1B9-EA96-3E7C-FDDE2159CABB}"/>
          </ac:spMkLst>
        </pc:spChg>
        <pc:spChg chg="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30" creationId="{2707EFF0-0358-C388-52AA-509B25C57232}"/>
          </ac:spMkLst>
        </pc:spChg>
        <pc:spChg chg="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32" creationId="{6858BD9C-DC70-6A02-FC6C-DF7AF7ED1BAA}"/>
          </ac:spMkLst>
        </pc:spChg>
        <pc:spChg chg="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33" creationId="{03DD2826-F937-C0B7-A640-E95A663B5EDD}"/>
          </ac:spMkLst>
        </pc:spChg>
        <pc:spChg chg="mod topLvl">
          <ac:chgData name="Anton Schmierer" userId="cd19fb61ffe98ab8" providerId="LiveId" clId="{80B9D0F7-EA3F-41F2-A018-82727FD7D854}" dt="2025-11-02T12:30:03.018" v="2130" actId="14100"/>
          <ac:spMkLst>
            <pc:docMk/>
            <pc:sldMk cId="840838842" sldId="323"/>
            <ac:spMk id="35" creationId="{2FCE78B4-EA94-FE9F-F7CF-2E33EC11A462}"/>
          </ac:spMkLst>
        </pc:spChg>
        <pc:spChg chg="mod topLvl">
          <ac:chgData name="Anton Schmierer" userId="cd19fb61ffe98ab8" providerId="LiveId" clId="{80B9D0F7-EA3F-41F2-A018-82727FD7D854}" dt="2025-11-02T12:30:18.059" v="2131" actId="14100"/>
          <ac:spMkLst>
            <pc:docMk/>
            <pc:sldMk cId="840838842" sldId="323"/>
            <ac:spMk id="36" creationId="{FA260BE3-BC49-1D35-2774-58F1A8B11F71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37" creationId="{0F5F96FD-2A37-8050-A3FE-07E53C2D0B8E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38" creationId="{7638D315-FE22-D82E-A1C7-26B38FC59CBC}"/>
          </ac:spMkLst>
        </pc:spChg>
        <pc:spChg chg="add mod">
          <ac:chgData name="Anton Schmierer" userId="cd19fb61ffe98ab8" providerId="LiveId" clId="{80B9D0F7-EA3F-41F2-A018-82727FD7D854}" dt="2025-10-31T17:20:25.444" v="1149" actId="20577"/>
          <ac:spMkLst>
            <pc:docMk/>
            <pc:sldMk cId="840838842" sldId="323"/>
            <ac:spMk id="39" creationId="{279ED82C-86F5-D447-938A-449E5EDF7512}"/>
          </ac:spMkLst>
        </pc:spChg>
        <pc:spChg chg="add mod">
          <ac:chgData name="Anton Schmierer" userId="cd19fb61ffe98ab8" providerId="LiveId" clId="{80B9D0F7-EA3F-41F2-A018-82727FD7D854}" dt="2025-10-31T17:20:49.858" v="1165" actId="20577"/>
          <ac:spMkLst>
            <pc:docMk/>
            <pc:sldMk cId="840838842" sldId="323"/>
            <ac:spMk id="40" creationId="{802760C9-86D1-30F2-014F-FE27A41B6E30}"/>
          </ac:spMkLst>
        </pc:spChg>
        <pc:spChg chg="add mod">
          <ac:chgData name="Anton Schmierer" userId="cd19fb61ffe98ab8" providerId="LiveId" clId="{80B9D0F7-EA3F-41F2-A018-82727FD7D854}" dt="2025-10-31T17:21:04.922" v="1188" actId="20577"/>
          <ac:spMkLst>
            <pc:docMk/>
            <pc:sldMk cId="840838842" sldId="323"/>
            <ac:spMk id="41" creationId="{1A1CDE1B-43A5-030E-7B30-2B25311ED707}"/>
          </ac:spMkLst>
        </pc:spChg>
        <pc:spChg chg="add mod">
          <ac:chgData name="Anton Schmierer" userId="cd19fb61ffe98ab8" providerId="LiveId" clId="{80B9D0F7-EA3F-41F2-A018-82727FD7D854}" dt="2025-10-31T17:22:55.685" v="1201" actId="207"/>
          <ac:spMkLst>
            <pc:docMk/>
            <pc:sldMk cId="840838842" sldId="323"/>
            <ac:spMk id="42" creationId="{A08F465A-9724-A8DF-6B98-CEE36F3CECE1}"/>
          </ac:spMkLst>
        </pc:spChg>
        <pc:grpChg chg="add del mod">
          <ac:chgData name="Anton Schmierer" userId="cd19fb61ffe98ab8" providerId="LiveId" clId="{80B9D0F7-EA3F-41F2-A018-82727FD7D854}" dt="2025-11-02T12:29:47.630" v="2129" actId="165"/>
          <ac:grpSpMkLst>
            <pc:docMk/>
            <pc:sldMk cId="840838842" sldId="323"/>
            <ac:grpSpMk id="28" creationId="{B643D27F-4376-A5A8-C2E1-1BCE062B0EF7}"/>
          </ac:grpSpMkLst>
        </pc:grpChg>
        <pc:grpChg chg="add del mod">
          <ac:chgData name="Anton Schmierer" userId="cd19fb61ffe98ab8" providerId="LiveId" clId="{80B9D0F7-EA3F-41F2-A018-82727FD7D854}" dt="2025-11-02T12:29:47.630" v="2129" actId="165"/>
          <ac:grpSpMkLst>
            <pc:docMk/>
            <pc:sldMk cId="840838842" sldId="323"/>
            <ac:grpSpMk id="34" creationId="{70CDD6CF-C98A-1E1C-B652-C3C6E0209A1E}"/>
          </ac:grpSpMkLst>
        </pc:gr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124649196" sldId="323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677564021" sldId="324"/>
        </pc:sldMkLst>
      </pc:sldChg>
      <pc:sldChg chg="delSp modSp add mod">
        <pc:chgData name="Anton Schmierer" userId="cd19fb61ffe98ab8" providerId="LiveId" clId="{80B9D0F7-EA3F-41F2-A018-82727FD7D854}" dt="2025-11-02T13:15:10.343" v="3147" actId="404"/>
        <pc:sldMkLst>
          <pc:docMk/>
          <pc:sldMk cId="3198472219" sldId="324"/>
        </pc:sldMkLst>
        <pc:spChg chg="mod">
          <ac:chgData name="Anton Schmierer" userId="cd19fb61ffe98ab8" providerId="LiveId" clId="{80B9D0F7-EA3F-41F2-A018-82727FD7D854}" dt="2025-10-31T17:24:46.991" v="1212" actId="20577"/>
          <ac:spMkLst>
            <pc:docMk/>
            <pc:sldMk cId="3198472219" sldId="324"/>
            <ac:spMk id="5" creationId="{000C1D0B-B467-5948-C622-835FFEE33463}"/>
          </ac:spMkLst>
        </pc:spChg>
        <pc:spChg chg="mod">
          <ac:chgData name="Anton Schmierer" userId="cd19fb61ffe98ab8" providerId="LiveId" clId="{80B9D0F7-EA3F-41F2-A018-82727FD7D854}" dt="2025-11-02T12:33:45.497" v="2138" actId="20577"/>
          <ac:spMkLst>
            <pc:docMk/>
            <pc:sldMk cId="3198472219" sldId="324"/>
            <ac:spMk id="13" creationId="{D1D282D5-4954-C473-A622-74E78E5BFE57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16" creationId="{CDCF8D9F-C00F-220D-1FE5-10B55DE47164}"/>
          </ac:spMkLst>
        </pc:spChg>
        <pc:spChg chg="mod topLvl">
          <ac:chgData name="Anton Schmierer" userId="cd19fb61ffe98ab8" providerId="LiveId" clId="{80B9D0F7-EA3F-41F2-A018-82727FD7D854}" dt="2025-11-02T12:31:49.584" v="2137" actId="1037"/>
          <ac:spMkLst>
            <pc:docMk/>
            <pc:sldMk cId="3198472219" sldId="324"/>
            <ac:spMk id="23" creationId="{2C1286C7-C68F-5F16-0D9B-1DBA4D2E3D45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29" creationId="{5210C88F-9D7A-4519-D08F-BC808ADF718C}"/>
          </ac:spMkLst>
        </pc:spChg>
        <pc:spChg chg="mod topLvl">
          <ac:chgData name="Anton Schmierer" userId="cd19fb61ffe98ab8" providerId="LiveId" clId="{80B9D0F7-EA3F-41F2-A018-82727FD7D854}" dt="2025-11-02T12:31:49.584" v="2137" actId="1037"/>
          <ac:spMkLst>
            <pc:docMk/>
            <pc:sldMk cId="3198472219" sldId="324"/>
            <ac:spMk id="30" creationId="{6D0FFC1E-8967-7C12-A88E-CE3F989EE207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32" creationId="{1B499BAB-54B0-190B-41B8-3ADB0D4BA76F}"/>
          </ac:spMkLst>
        </pc:spChg>
        <pc:spChg chg="mod topLvl">
          <ac:chgData name="Anton Schmierer" userId="cd19fb61ffe98ab8" providerId="LiveId" clId="{80B9D0F7-EA3F-41F2-A018-82727FD7D854}" dt="2025-11-02T12:31:49.584" v="2137" actId="1037"/>
          <ac:spMkLst>
            <pc:docMk/>
            <pc:sldMk cId="3198472219" sldId="324"/>
            <ac:spMk id="33" creationId="{4CFA62C9-9BD8-1E81-A223-56D80A9F9FB2}"/>
          </ac:spMkLst>
        </pc:spChg>
        <pc:spChg chg="mod topLvl">
          <ac:chgData name="Anton Schmierer" userId="cd19fb61ffe98ab8" providerId="LiveId" clId="{80B9D0F7-EA3F-41F2-A018-82727FD7D854}" dt="2025-11-02T12:30:54.913" v="2133" actId="14100"/>
          <ac:spMkLst>
            <pc:docMk/>
            <pc:sldMk cId="3198472219" sldId="324"/>
            <ac:spMk id="35" creationId="{35B3141B-CD4D-DDFD-C419-44BABD53611E}"/>
          </ac:spMkLst>
        </pc:spChg>
        <pc:spChg chg="mod topLvl">
          <ac:chgData name="Anton Schmierer" userId="cd19fb61ffe98ab8" providerId="LiveId" clId="{80B9D0F7-EA3F-41F2-A018-82727FD7D854}" dt="2025-11-02T13:15:10.343" v="3147" actId="404"/>
          <ac:spMkLst>
            <pc:docMk/>
            <pc:sldMk cId="3198472219" sldId="324"/>
            <ac:spMk id="36" creationId="{1EA3713F-729B-04C7-B7E5-83DBB5A34B0E}"/>
          </ac:spMkLst>
        </pc:spChg>
        <pc:grpChg chg="del">
          <ac:chgData name="Anton Schmierer" userId="cd19fb61ffe98ab8" providerId="LiveId" clId="{80B9D0F7-EA3F-41F2-A018-82727FD7D854}" dt="2025-11-02T12:30:40.682" v="2132" actId="165"/>
          <ac:grpSpMkLst>
            <pc:docMk/>
            <pc:sldMk cId="3198472219" sldId="324"/>
            <ac:grpSpMk id="28" creationId="{50134241-EF9D-70A4-3626-D8FC9E43A41B}"/>
          </ac:grpSpMkLst>
        </pc:grpChg>
        <pc:grpChg chg="del">
          <ac:chgData name="Anton Schmierer" userId="cd19fb61ffe98ab8" providerId="LiveId" clId="{80B9D0F7-EA3F-41F2-A018-82727FD7D854}" dt="2025-11-02T12:30:40.682" v="2132" actId="165"/>
          <ac:grpSpMkLst>
            <pc:docMk/>
            <pc:sldMk cId="3198472219" sldId="324"/>
            <ac:grpSpMk id="34" creationId="{3658EFA5-70B9-9F70-E196-8DBF52C096FE}"/>
          </ac:grpSpMkLst>
        </pc:grpChg>
      </pc:sldChg>
      <pc:sldChg chg="modSp add mod">
        <pc:chgData name="Anton Schmierer" userId="cd19fb61ffe98ab8" providerId="LiveId" clId="{80B9D0F7-EA3F-41F2-A018-82727FD7D854}" dt="2025-10-31T17:30:08.735" v="1560" actId="20577"/>
        <pc:sldMkLst>
          <pc:docMk/>
          <pc:sldMk cId="419130693" sldId="325"/>
        </pc:sldMkLst>
        <pc:spChg chg="mod">
          <ac:chgData name="Anton Schmierer" userId="cd19fb61ffe98ab8" providerId="LiveId" clId="{80B9D0F7-EA3F-41F2-A018-82727FD7D854}" dt="2025-10-31T17:30:08.735" v="1560" actId="20577"/>
          <ac:spMkLst>
            <pc:docMk/>
            <pc:sldMk cId="419130693" sldId="325"/>
            <ac:spMk id="7" creationId="{26D84E7B-AABE-D037-2CB4-6391BEB16B31}"/>
          </ac:spMkLst>
        </pc:s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884183108" sldId="325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2155227119" sldId="326"/>
        </pc:sldMkLst>
      </pc:sldChg>
      <pc:sldChg chg="addSp delSp modSp add mod">
        <pc:chgData name="Anton Schmierer" userId="cd19fb61ffe98ab8" providerId="LiveId" clId="{80B9D0F7-EA3F-41F2-A018-82727FD7D854}" dt="2025-11-02T13:05:11.444" v="2516" actId="20577"/>
        <pc:sldMkLst>
          <pc:docMk/>
          <pc:sldMk cId="2896009243" sldId="326"/>
        </pc:sldMkLst>
        <pc:spChg chg="add del mod">
          <ac:chgData name="Anton Schmierer" userId="cd19fb61ffe98ab8" providerId="LiveId" clId="{80B9D0F7-EA3F-41F2-A018-82727FD7D854}" dt="2025-11-02T12:25:53.702" v="1811" actId="22"/>
          <ac:spMkLst>
            <pc:docMk/>
            <pc:sldMk cId="2896009243" sldId="326"/>
            <ac:spMk id="3" creationId="{A0FC4FC9-0627-1B0A-38E9-F49AFB39F2BF}"/>
          </ac:spMkLst>
        </pc:spChg>
        <pc:spChg chg="mod">
          <ac:chgData name="Anton Schmierer" userId="cd19fb61ffe98ab8" providerId="LiveId" clId="{80B9D0F7-EA3F-41F2-A018-82727FD7D854}" dt="2025-11-02T12:44:28.914" v="2335" actId="113"/>
          <ac:spMkLst>
            <pc:docMk/>
            <pc:sldMk cId="2896009243" sldId="326"/>
            <ac:spMk id="13" creationId="{E6E3EBC0-723F-F7D0-ACA2-4E09092AB8C4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16" creationId="{665CAE3C-0BE9-B64A-582F-16E7042F715F}"/>
          </ac:spMkLst>
        </pc:spChg>
        <pc:spChg chg="mod topLvl">
          <ac:chgData name="Anton Schmierer" userId="cd19fb61ffe98ab8" providerId="LiveId" clId="{80B9D0F7-EA3F-41F2-A018-82727FD7D854}" dt="2025-11-02T12:29:11.707" v="2128" actId="14100"/>
          <ac:spMkLst>
            <pc:docMk/>
            <pc:sldMk cId="2896009243" sldId="326"/>
            <ac:spMk id="23" creationId="{29A0B859-68B5-54AE-E0BF-02B13905C4E8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29" creationId="{9D2C2D3F-C6AC-B8D3-7BB1-5329580C5C07}"/>
          </ac:spMkLst>
        </pc:spChg>
        <pc:spChg chg="mod topLvl">
          <ac:chgData name="Anton Schmierer" userId="cd19fb61ffe98ab8" providerId="LiveId" clId="{80B9D0F7-EA3F-41F2-A018-82727FD7D854}" dt="2025-11-02T13:05:11.444" v="2516" actId="20577"/>
          <ac:spMkLst>
            <pc:docMk/>
            <pc:sldMk cId="2896009243" sldId="326"/>
            <ac:spMk id="30" creationId="{5E9C480F-7AAE-9D80-0CF4-A1C084948362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32" creationId="{BA73486A-0A42-6325-01A4-228426815203}"/>
          </ac:spMkLst>
        </pc:spChg>
        <pc:spChg chg="mod topLvl">
          <ac:chgData name="Anton Schmierer" userId="cd19fb61ffe98ab8" providerId="LiveId" clId="{80B9D0F7-EA3F-41F2-A018-82727FD7D854}" dt="2025-11-02T12:29:11.707" v="2128" actId="14100"/>
          <ac:spMkLst>
            <pc:docMk/>
            <pc:sldMk cId="2896009243" sldId="326"/>
            <ac:spMk id="33" creationId="{F5011F0E-3717-F098-B65E-ED436DF0D095}"/>
          </ac:spMkLst>
        </pc:spChg>
        <pc:spChg chg="mod topLvl">
          <ac:chgData name="Anton Schmierer" userId="cd19fb61ffe98ab8" providerId="LiveId" clId="{80B9D0F7-EA3F-41F2-A018-82727FD7D854}" dt="2025-11-02T12:28:42.219" v="2127" actId="165"/>
          <ac:spMkLst>
            <pc:docMk/>
            <pc:sldMk cId="2896009243" sldId="326"/>
            <ac:spMk id="35" creationId="{9BB76188-89D3-74F4-F0D9-A9B616007207}"/>
          </ac:spMkLst>
        </pc:spChg>
        <pc:spChg chg="mod topLvl">
          <ac:chgData name="Anton Schmierer" userId="cd19fb61ffe98ab8" providerId="LiveId" clId="{80B9D0F7-EA3F-41F2-A018-82727FD7D854}" dt="2025-11-02T12:38:18.617" v="2305" actId="20577"/>
          <ac:spMkLst>
            <pc:docMk/>
            <pc:sldMk cId="2896009243" sldId="326"/>
            <ac:spMk id="36" creationId="{B005B8DA-BB0C-9E20-9AEE-B972A8B92F94}"/>
          </ac:spMkLst>
        </pc:spChg>
        <pc:spChg chg="mod">
          <ac:chgData name="Anton Schmierer" userId="cd19fb61ffe98ab8" providerId="LiveId" clId="{80B9D0F7-EA3F-41F2-A018-82727FD7D854}" dt="2025-11-02T12:38:59.953" v="2318" actId="404"/>
          <ac:spMkLst>
            <pc:docMk/>
            <pc:sldMk cId="2896009243" sldId="326"/>
            <ac:spMk id="37" creationId="{6E30B85C-182C-B01B-A404-07DA6727B760}"/>
          </ac:spMkLst>
        </pc:spChg>
        <pc:spChg chg="mod">
          <ac:chgData name="Anton Schmierer" userId="cd19fb61ffe98ab8" providerId="LiveId" clId="{80B9D0F7-EA3F-41F2-A018-82727FD7D854}" dt="2025-11-02T12:39:14.313" v="2327" actId="403"/>
          <ac:spMkLst>
            <pc:docMk/>
            <pc:sldMk cId="2896009243" sldId="326"/>
            <ac:spMk id="38" creationId="{AE2420E3-4D7A-C81B-F081-6F10F27E26AE}"/>
          </ac:spMkLst>
        </pc:spChg>
        <pc:spChg chg="mod">
          <ac:chgData name="Anton Schmierer" userId="cd19fb61ffe98ab8" providerId="LiveId" clId="{80B9D0F7-EA3F-41F2-A018-82727FD7D854}" dt="2025-11-02T12:39:08.821" v="2322" actId="404"/>
          <ac:spMkLst>
            <pc:docMk/>
            <pc:sldMk cId="2896009243" sldId="326"/>
            <ac:spMk id="39" creationId="{9201EE11-2D3D-CB63-18E4-7D4812906E92}"/>
          </ac:spMkLst>
        </pc:spChg>
        <pc:spChg chg="mod">
          <ac:chgData name="Anton Schmierer" userId="cd19fb61ffe98ab8" providerId="LiveId" clId="{80B9D0F7-EA3F-41F2-A018-82727FD7D854}" dt="2025-11-02T12:39:26.130" v="2333" actId="403"/>
          <ac:spMkLst>
            <pc:docMk/>
            <pc:sldMk cId="2896009243" sldId="326"/>
            <ac:spMk id="40" creationId="{0316FB99-7A2E-CB39-7A1D-7F63DC6BCE64}"/>
          </ac:spMkLst>
        </pc:spChg>
        <pc:spChg chg="mod">
          <ac:chgData name="Anton Schmierer" userId="cd19fb61ffe98ab8" providerId="LiveId" clId="{80B9D0F7-EA3F-41F2-A018-82727FD7D854}" dt="2025-11-02T12:51:38.904" v="2462" actId="403"/>
          <ac:spMkLst>
            <pc:docMk/>
            <pc:sldMk cId="2896009243" sldId="326"/>
            <ac:spMk id="41" creationId="{60283704-3184-7A24-89B9-3C9E011BAFEF}"/>
          </ac:spMkLst>
        </pc:spChg>
        <pc:spChg chg="mod">
          <ac:chgData name="Anton Schmierer" userId="cd19fb61ffe98ab8" providerId="LiveId" clId="{80B9D0F7-EA3F-41F2-A018-82727FD7D854}" dt="2025-11-02T12:51:25.637" v="2457" actId="20577"/>
          <ac:spMkLst>
            <pc:docMk/>
            <pc:sldMk cId="2896009243" sldId="326"/>
            <ac:spMk id="42" creationId="{E130BCB5-B097-92E4-F91B-53BC62BA00F3}"/>
          </ac:spMkLst>
        </pc:spChg>
        <pc:grpChg chg="del">
          <ac:chgData name="Anton Schmierer" userId="cd19fb61ffe98ab8" providerId="LiveId" clId="{80B9D0F7-EA3F-41F2-A018-82727FD7D854}" dt="2025-11-02T12:28:42.219" v="2127" actId="165"/>
          <ac:grpSpMkLst>
            <pc:docMk/>
            <pc:sldMk cId="2896009243" sldId="326"/>
            <ac:grpSpMk id="26" creationId="{E38153DB-E693-2F0C-3242-D232F6F4B297}"/>
          </ac:grpSpMkLst>
        </pc:grpChg>
        <pc:grpChg chg="del">
          <ac:chgData name="Anton Schmierer" userId="cd19fb61ffe98ab8" providerId="LiveId" clId="{80B9D0F7-EA3F-41F2-A018-82727FD7D854}" dt="2025-11-02T12:28:42.219" v="2127" actId="165"/>
          <ac:grpSpMkLst>
            <pc:docMk/>
            <pc:sldMk cId="2896009243" sldId="326"/>
            <ac:grpSpMk id="34" creationId="{E7E4CACD-D50D-8A4D-430E-06F738BD7758}"/>
          </ac:grpSpMkLst>
        </pc:grpChg>
      </pc:sldChg>
      <pc:sldChg chg="modSp add mod ord">
        <pc:chgData name="Anton Schmierer" userId="cd19fb61ffe98ab8" providerId="LiveId" clId="{80B9D0F7-EA3F-41F2-A018-82727FD7D854}" dt="2025-11-02T13:16:11.357" v="3148" actId="20577"/>
        <pc:sldMkLst>
          <pc:docMk/>
          <pc:sldMk cId="1755105979" sldId="327"/>
        </pc:sldMkLst>
        <pc:spChg chg="mod">
          <ac:chgData name="Anton Schmierer" userId="cd19fb61ffe98ab8" providerId="LiveId" clId="{80B9D0F7-EA3F-41F2-A018-82727FD7D854}" dt="2025-11-02T13:16:11.357" v="3148" actId="20577"/>
          <ac:spMkLst>
            <pc:docMk/>
            <pc:sldMk cId="1755105979" sldId="327"/>
            <ac:spMk id="13" creationId="{53D599D6-C41F-1508-6732-74CF3E45437B}"/>
          </ac:spMkLst>
        </pc:spChg>
        <pc:spChg chg="mod">
          <ac:chgData name="Anton Schmierer" userId="cd19fb61ffe98ab8" providerId="LiveId" clId="{80B9D0F7-EA3F-41F2-A018-82727FD7D854}" dt="2025-11-02T13:09:52.201" v="2650" actId="20577"/>
          <ac:spMkLst>
            <pc:docMk/>
            <pc:sldMk cId="1755105979" sldId="327"/>
            <ac:spMk id="23" creationId="{425C52F3-9F06-D600-8402-6801DD2D20C8}"/>
          </ac:spMkLst>
        </pc:spChg>
        <pc:spChg chg="mod">
          <ac:chgData name="Anton Schmierer" userId="cd19fb61ffe98ab8" providerId="LiveId" clId="{80B9D0F7-EA3F-41F2-A018-82727FD7D854}" dt="2025-11-02T13:10:37.064" v="2764" actId="20577"/>
          <ac:spMkLst>
            <pc:docMk/>
            <pc:sldMk cId="1755105979" sldId="327"/>
            <ac:spMk id="30" creationId="{3152A41D-2DBE-F6ED-FF7D-D95B71304EF2}"/>
          </ac:spMkLst>
        </pc:spChg>
        <pc:spChg chg="mod">
          <ac:chgData name="Anton Schmierer" userId="cd19fb61ffe98ab8" providerId="LiveId" clId="{80B9D0F7-EA3F-41F2-A018-82727FD7D854}" dt="2025-11-02T13:14:58.684" v="3146" actId="404"/>
          <ac:spMkLst>
            <pc:docMk/>
            <pc:sldMk cId="1755105979" sldId="327"/>
            <ac:spMk id="36" creationId="{5917989A-AC49-5190-B8C3-A2231234889E}"/>
          </ac:spMkLst>
        </pc:spChg>
        <pc:spChg chg="mod">
          <ac:chgData name="Anton Schmierer" userId="cd19fb61ffe98ab8" providerId="LiveId" clId="{80B9D0F7-EA3F-41F2-A018-82727FD7D854}" dt="2025-11-02T13:13:03.597" v="3140" actId="20577"/>
          <ac:spMkLst>
            <pc:docMk/>
            <pc:sldMk cId="1755105979" sldId="327"/>
            <ac:spMk id="37" creationId="{1B2CD919-00AE-CB18-B1E7-62874B211899}"/>
          </ac:spMkLst>
        </pc:spChg>
        <pc:spChg chg="mod">
          <ac:chgData name="Anton Schmierer" userId="cd19fb61ffe98ab8" providerId="LiveId" clId="{80B9D0F7-EA3F-41F2-A018-82727FD7D854}" dt="2025-11-02T13:13:14.503" v="3141" actId="20577"/>
          <ac:spMkLst>
            <pc:docMk/>
            <pc:sldMk cId="1755105979" sldId="327"/>
            <ac:spMk id="38" creationId="{70C3C467-7236-73BC-2AEF-EC174F75747A}"/>
          </ac:spMkLst>
        </pc:spChg>
        <pc:spChg chg="mod">
          <ac:chgData name="Anton Schmierer" userId="cd19fb61ffe98ab8" providerId="LiveId" clId="{80B9D0F7-EA3F-41F2-A018-82727FD7D854}" dt="2025-11-02T13:13:46.721" v="3142" actId="20577"/>
          <ac:spMkLst>
            <pc:docMk/>
            <pc:sldMk cId="1755105979" sldId="327"/>
            <ac:spMk id="40" creationId="{7C3B4822-ABDA-A835-CF63-3B64F8C04BA3}"/>
          </ac:spMkLst>
        </pc:spChg>
        <pc:spChg chg="mod">
          <ac:chgData name="Anton Schmierer" userId="cd19fb61ffe98ab8" providerId="LiveId" clId="{80B9D0F7-EA3F-41F2-A018-82727FD7D854}" dt="2025-11-02T13:14:34.117" v="3145"/>
          <ac:spMkLst>
            <pc:docMk/>
            <pc:sldMk cId="1755105979" sldId="327"/>
            <ac:spMk id="42" creationId="{F1322A1A-71DE-C7B6-C853-009C947D05D6}"/>
          </ac:spMkLst>
        </pc:s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864767498" sldId="327"/>
        </pc:sldMkLst>
      </pc:sldChg>
      <pc:sldChg chg="modSp add mod">
        <pc:chgData name="Anton Schmierer" userId="cd19fb61ffe98ab8" providerId="LiveId" clId="{80B9D0F7-EA3F-41F2-A018-82727FD7D854}" dt="2025-11-02T11:22:11.016" v="3607" actId="13926"/>
        <pc:sldMkLst>
          <pc:docMk/>
          <pc:sldMk cId="2234277037" sldId="328"/>
        </pc:sldMkLst>
        <pc:spChg chg="mod">
          <ac:chgData name="Anton Schmierer" userId="cd19fb61ffe98ab8" providerId="LiveId" clId="{80B9D0F7-EA3F-41F2-A018-82727FD7D854}" dt="2025-11-02T11:11:06.400" v="3151" actId="20577"/>
          <ac:spMkLst>
            <pc:docMk/>
            <pc:sldMk cId="2234277037" sldId="328"/>
            <ac:spMk id="13" creationId="{589A73F2-2801-FBCF-4B5D-70F764092014}"/>
          </ac:spMkLst>
        </pc:spChg>
        <pc:spChg chg="mod">
          <ac:chgData name="Anton Schmierer" userId="cd19fb61ffe98ab8" providerId="LiveId" clId="{80B9D0F7-EA3F-41F2-A018-82727FD7D854}" dt="2025-11-02T11:12:28.675" v="3244" actId="20577"/>
          <ac:spMkLst>
            <pc:docMk/>
            <pc:sldMk cId="2234277037" sldId="328"/>
            <ac:spMk id="23" creationId="{A373384F-5104-B9D9-60BD-711A05C600CA}"/>
          </ac:spMkLst>
        </pc:spChg>
        <pc:spChg chg="mod">
          <ac:chgData name="Anton Schmierer" userId="cd19fb61ffe98ab8" providerId="LiveId" clId="{80B9D0F7-EA3F-41F2-A018-82727FD7D854}" dt="2025-11-02T11:20:19.835" v="3583" actId="20577"/>
          <ac:spMkLst>
            <pc:docMk/>
            <pc:sldMk cId="2234277037" sldId="328"/>
            <ac:spMk id="30" creationId="{71B71887-D901-C89C-25FD-614270E12F3F}"/>
          </ac:spMkLst>
        </pc:spChg>
        <pc:spChg chg="mod">
          <ac:chgData name="Anton Schmierer" userId="cd19fb61ffe98ab8" providerId="LiveId" clId="{80B9D0F7-EA3F-41F2-A018-82727FD7D854}" dt="2025-11-02T11:22:11.016" v="3607" actId="13926"/>
          <ac:spMkLst>
            <pc:docMk/>
            <pc:sldMk cId="2234277037" sldId="328"/>
            <ac:spMk id="33" creationId="{C483AD82-0EA0-A3D1-F533-62463BD9B83D}"/>
          </ac:spMkLst>
        </pc:spChg>
        <pc:spChg chg="mod">
          <ac:chgData name="Anton Schmierer" userId="cd19fb61ffe98ab8" providerId="LiveId" clId="{80B9D0F7-EA3F-41F2-A018-82727FD7D854}" dt="2025-11-02T11:21:08.803" v="3605" actId="20577"/>
          <ac:spMkLst>
            <pc:docMk/>
            <pc:sldMk cId="2234277037" sldId="328"/>
            <ac:spMk id="36" creationId="{15831FE4-0778-29AB-06B3-E33B4023542D}"/>
          </ac:spMkLst>
        </pc:spChg>
        <pc:spChg chg="mod">
          <ac:chgData name="Anton Schmierer" userId="cd19fb61ffe98ab8" providerId="LiveId" clId="{80B9D0F7-EA3F-41F2-A018-82727FD7D854}" dt="2025-11-02T11:15:15.311" v="3361" actId="20577"/>
          <ac:spMkLst>
            <pc:docMk/>
            <pc:sldMk cId="2234277037" sldId="328"/>
            <ac:spMk id="37" creationId="{7E54AF16-B37A-C8CD-4097-01E390952846}"/>
          </ac:spMkLst>
        </pc:spChg>
        <pc:spChg chg="mod">
          <ac:chgData name="Anton Schmierer" userId="cd19fb61ffe98ab8" providerId="LiveId" clId="{80B9D0F7-EA3F-41F2-A018-82727FD7D854}" dt="2025-11-02T11:15:22.903" v="3362" actId="20577"/>
          <ac:spMkLst>
            <pc:docMk/>
            <pc:sldMk cId="2234277037" sldId="328"/>
            <ac:spMk id="38" creationId="{13DEABC4-F927-7430-C34E-A95EFE700E9E}"/>
          </ac:spMkLst>
        </pc:spChg>
        <pc:spChg chg="mod">
          <ac:chgData name="Anton Schmierer" userId="cd19fb61ffe98ab8" providerId="LiveId" clId="{80B9D0F7-EA3F-41F2-A018-82727FD7D854}" dt="2025-11-02T11:22:06.824" v="3606" actId="13926"/>
          <ac:spMkLst>
            <pc:docMk/>
            <pc:sldMk cId="2234277037" sldId="328"/>
            <ac:spMk id="42" creationId="{4982DAF1-6525-8FA8-CF56-A9A32A0A4C2A}"/>
          </ac:spMkLst>
        </pc:spChg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3473807991" sldId="328"/>
        </pc:sldMkLst>
      </pc:sldChg>
      <pc:sldChg chg="del">
        <pc:chgData name="Anton Schmierer" userId="cd19fb61ffe98ab8" providerId="LiveId" clId="{80B9D0F7-EA3F-41F2-A018-82727FD7D854}" dt="2025-10-31T16:09:01.383" v="2" actId="2696"/>
        <pc:sldMkLst>
          <pc:docMk/>
          <pc:sldMk cId="2594173810" sldId="32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622594" y="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A9E21-4981-413F-9BAB-A1BE42E0A624}" type="datetimeFigureOut">
              <a:rPr lang="de-DE" smtClean="0"/>
              <a:t>03.11.2025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645741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622594" y="6457410"/>
            <a:ext cx="4303314" cy="3402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872BD-D2C1-4FAA-A740-0001980793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77617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80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2594" y="0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76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698750" y="509588"/>
            <a:ext cx="4530725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80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360" y="3228190"/>
            <a:ext cx="7943508" cy="30597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880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79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Arial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80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2594" y="6456379"/>
            <a:ext cx="4303314" cy="340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153" tIns="46077" rIns="92153" bIns="46077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EB2B633-7BEC-49A7-B3BF-92E0C7E450E6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11696867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1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8931961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145E3-E586-140A-DED5-D08D74E20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3B400DA-5866-A341-089D-47D586338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9FE930-6E5C-29E9-1033-0A3C7FC038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28BD40-2D22-B8BE-367C-2F4D3FB8C8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2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9577578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E52EF-25B6-6B4A-9D39-3AD6BE1F1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A9CB1C8-DB83-5278-2549-B6997D57F7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22CC00D-A468-DAE5-E63D-DCDABAC68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D2C6ED-8B6C-AC62-39D7-856A4E04D1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3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229029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5E7E8-7DF0-05A0-E60D-A56652433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849405A-2041-8276-DFE0-837AF8CCA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E04895C-48FE-FC92-46AB-928E140FE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342727-9D14-19EA-B367-0B11396E78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4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7685796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5E7E8-7DF0-05A0-E60D-A56652433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849405A-2041-8276-DFE0-837AF8CCA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E04895C-48FE-FC92-46AB-928E140FEC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342727-9D14-19EA-B367-0B11396E78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5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7685796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0453E-9F15-8CFA-BD08-71D4F4FD9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8D1617A-A75D-E966-19FB-F223D0719F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3527BBC-C045-6770-CE08-0DA87DE00F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5EFA705-C919-A262-DB2C-5903EE41C9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6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3964038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4A8BD-F8E2-1C1B-DE73-3C3FEFDD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9F19A2E-7CD7-D4B7-9844-3BFB3FCB2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F26976E-E54C-6CE4-92F3-0422508A1C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B4C674-BAD5-AACE-A606-C13A7B9A3D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7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0581045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34549-4649-3971-E334-0FF492D9B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B2327C9-57A4-94AA-5758-C9CEA8B3E0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D5A8624-6AB9-8354-6163-BD0DC0A94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5FCF8DF-C621-9A7F-E161-9BCB74848E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8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7186303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4F465-D3E2-04B3-7CCF-67D2AED68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A73F877-6423-39DD-B51A-5B0456AAF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413D6E1-7EF7-6CFA-05A7-47511CD814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ADCDD6-DB85-B923-7776-867B76E401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9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3096573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9E104-3D68-427E-8C03-9E2716EF4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0E26F35-31B1-C647-ECC0-FF53380FCD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BF533BE-28BC-8AE9-D7DB-41A0124792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4BA315-7BAB-CD00-46BA-8913F1D159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B2B633-7BEC-49A7-B3BF-92E0C7E450E6}" type="slidenum">
              <a:rPr lang="de-DE" altLang="de-DE" smtClean="0"/>
              <a:pPr/>
              <a:t>10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584232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egm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2420938"/>
            <a:ext cx="1219200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6264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elsber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2420938"/>
            <a:ext cx="271145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4"/>
          </p:nvPr>
        </p:nvSpPr>
        <p:spPr>
          <a:xfrm>
            <a:off x="2711450" y="2420938"/>
            <a:ext cx="5225098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6" name="Bildplatzhalter 2"/>
          <p:cNvSpPr>
            <a:spLocks noGrp="1"/>
          </p:cNvSpPr>
          <p:nvPr>
            <p:ph type="pic" sz="quarter" idx="15"/>
          </p:nvPr>
        </p:nvSpPr>
        <p:spPr>
          <a:xfrm>
            <a:off x="7940040" y="2420938"/>
            <a:ext cx="425196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9" name="Bildplatzhalter 4"/>
          <p:cNvSpPr>
            <a:spLocks noGrp="1"/>
          </p:cNvSpPr>
          <p:nvPr>
            <p:ph type="pic" sz="quarter" idx="16" hasCustomPrompt="1"/>
          </p:nvPr>
        </p:nvSpPr>
        <p:spPr>
          <a:xfrm>
            <a:off x="334963" y="5200968"/>
            <a:ext cx="1404937" cy="9998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2387601" y="5139267"/>
            <a:ext cx="9504362" cy="106150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79550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orient="horz" pos="3067" userDrawn="1">
          <p15:clr>
            <a:srgbClr val="5ACBF0"/>
          </p15:clr>
        </p15:guide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  <p15:guide id="9" orient="horz" pos="3271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ös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5" name="Bildplatzhalter 4"/>
          <p:cNvSpPr>
            <a:spLocks noGrp="1"/>
          </p:cNvSpPr>
          <p:nvPr>
            <p:ph type="pic" sz="quarter" idx="11" hasCustomPrompt="1"/>
          </p:nvPr>
        </p:nvSpPr>
        <p:spPr>
          <a:xfrm>
            <a:off x="334963" y="1844675"/>
            <a:ext cx="1404937" cy="1381125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2711449" y="1775461"/>
            <a:ext cx="9180513" cy="51816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0"/>
          </p:nvPr>
        </p:nvSpPr>
        <p:spPr>
          <a:xfrm>
            <a:off x="2711450" y="2420938"/>
            <a:ext cx="948055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2815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1162">
          <p15:clr>
            <a:srgbClr val="000000"/>
          </p15:clr>
        </p15:guide>
        <p15:guide id="8" orient="horz" pos="1525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ßber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platzhalter 25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4"/>
          </p:nvPr>
        </p:nvSpPr>
        <p:spPr>
          <a:xfrm>
            <a:off x="0" y="1484313"/>
            <a:ext cx="316992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10"/>
          </p:nvPr>
        </p:nvSpPr>
        <p:spPr>
          <a:xfrm>
            <a:off x="3177540" y="1484313"/>
            <a:ext cx="493014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5"/>
          </p:nvPr>
        </p:nvSpPr>
        <p:spPr>
          <a:xfrm>
            <a:off x="8115300" y="1484313"/>
            <a:ext cx="407670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34963" y="4938395"/>
            <a:ext cx="11557000" cy="1262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99534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3749" userDrawn="1">
          <p15:clr>
            <a:srgbClr val="5ACBF0"/>
          </p15:clr>
        </p15:guide>
        <p15:guide id="1" orient="horz" pos="731">
          <p15:clr>
            <a:srgbClr val="9FCC3B"/>
          </p15:clr>
        </p15:guide>
        <p15:guide id="2" orient="horz" pos="210">
          <p15:clr>
            <a:srgbClr val="9FCC3B"/>
          </p15:clr>
        </p15:guide>
        <p15:guide id="6" pos="211">
          <p15:clr>
            <a:srgbClr val="9FCC3B"/>
          </p15:clr>
        </p15:guide>
        <p15:guide id="7" orient="horz" pos="935" userDrawn="1">
          <p15:clr>
            <a:srgbClr val="000000"/>
          </p15:clr>
        </p15:guide>
        <p15:guide id="8" orient="horz" pos="1525">
          <p15:clr>
            <a:srgbClr val="5ACBF0"/>
          </p15:clr>
        </p15:guide>
        <p15:guide id="9" pos="3931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ichenh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92088" y="1996440"/>
            <a:ext cx="11807825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333981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u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5795962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03950" y="2060574"/>
            <a:ext cx="5795963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0943677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72" userDrawn="1">
          <p15:clr>
            <a:srgbClr val="5ACBF0"/>
          </p15:clr>
        </p15:guide>
        <p15:guide id="2" pos="3908" userDrawn="1">
          <p15:clr>
            <a:srgbClr val="5ACBF0"/>
          </p15:clr>
        </p15:guide>
        <p15:guide id="3" orient="horz" pos="1298" userDrawn="1">
          <p15:clr>
            <a:srgbClr val="5ACBF0"/>
          </p15:clr>
        </p15:guide>
        <p15:guide id="4" orient="horz" pos="1162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sie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192088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</p:txBody>
      </p:sp>
      <p:sp>
        <p:nvSpPr>
          <p:cNvPr id="8" name="Bildplatzhalter 2"/>
          <p:cNvSpPr>
            <a:spLocks noGrp="1"/>
          </p:cNvSpPr>
          <p:nvPr>
            <p:ph type="pic" sz="quarter" idx="15"/>
          </p:nvPr>
        </p:nvSpPr>
        <p:spPr>
          <a:xfrm>
            <a:off x="6203951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6" name="Textplatzhalter 7"/>
          <p:cNvSpPr>
            <a:spLocks noGrp="1"/>
          </p:cNvSpPr>
          <p:nvPr>
            <p:ph type="body" sz="quarter" idx="14" hasCustomPrompt="1"/>
          </p:nvPr>
        </p:nvSpPr>
        <p:spPr>
          <a:xfrm>
            <a:off x="6203950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5824327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72">
          <p15:clr>
            <a:srgbClr val="5ACBF0"/>
          </p15:clr>
        </p15:guide>
        <p15:guide id="2" pos="3908">
          <p15:clr>
            <a:srgbClr val="5ACBF0"/>
          </p15:clr>
        </p15:guide>
        <p15:guide id="3" orient="horz" pos="1298">
          <p15:clr>
            <a:srgbClr val="5ACBF0"/>
          </p15:clr>
        </p15:guide>
        <p15:guide id="4" orient="horz" pos="1162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abenst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9" y="2060575"/>
            <a:ext cx="3708399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11" name="Textplatzhalter 7"/>
          <p:cNvSpPr>
            <a:spLocks noGrp="1"/>
          </p:cNvSpPr>
          <p:nvPr>
            <p:ph type="body" sz="quarter" idx="11" hasCustomPrompt="1"/>
          </p:nvPr>
        </p:nvSpPr>
        <p:spPr>
          <a:xfrm>
            <a:off x="4116387" y="2060574"/>
            <a:ext cx="7883525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93849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457" userDrawn="1">
          <p15:clr>
            <a:srgbClr val="5ACBF0"/>
          </p15:clr>
        </p15:guide>
        <p15:guide id="2" pos="2593" userDrawn="1">
          <p15:clr>
            <a:srgbClr val="5ACBF0"/>
          </p15:clr>
        </p15:guide>
        <p15:guide id="3" orient="horz" pos="1298">
          <p15:clr>
            <a:srgbClr val="5ACBF0"/>
          </p15:clr>
        </p15:guide>
        <p15:guide id="4" orient="horz" pos="1162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rfenschla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6" name="Bildplatzhalter 4"/>
          <p:cNvSpPr>
            <a:spLocks noGrp="1"/>
          </p:cNvSpPr>
          <p:nvPr>
            <p:ph type="pic" sz="quarter" idx="12" hasCustomPrompt="1"/>
          </p:nvPr>
        </p:nvSpPr>
        <p:spPr>
          <a:xfrm>
            <a:off x="192088" y="908050"/>
            <a:ext cx="790576" cy="9283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Logo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558925" y="908050"/>
            <a:ext cx="10440988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1558925" y="1996440"/>
            <a:ext cx="10440988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072985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blen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3"/>
          <p:cNvSpPr>
            <a:spLocks noGrp="1"/>
          </p:cNvSpPr>
          <p:nvPr>
            <p:ph type="title" hasCustomPrompt="1"/>
          </p:nvPr>
        </p:nvSpPr>
        <p:spPr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908050"/>
            <a:ext cx="11807825" cy="4683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4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2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192088" y="1376363"/>
            <a:ext cx="3779837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18" name="Textplatzhalter 7"/>
          <p:cNvSpPr>
            <a:spLocks noGrp="1"/>
          </p:cNvSpPr>
          <p:nvPr>
            <p:ph type="body" sz="quarter" idx="15" hasCustomPrompt="1"/>
          </p:nvPr>
        </p:nvSpPr>
        <p:spPr>
          <a:xfrm>
            <a:off x="192088" y="3497580"/>
            <a:ext cx="3779837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4" name="Bildplatzhalter 2"/>
          <p:cNvSpPr>
            <a:spLocks noGrp="1"/>
          </p:cNvSpPr>
          <p:nvPr>
            <p:ph type="pic" sz="quarter" idx="18"/>
          </p:nvPr>
        </p:nvSpPr>
        <p:spPr>
          <a:xfrm>
            <a:off x="4151784" y="1376363"/>
            <a:ext cx="385239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21" name="Textplatzhalter 7"/>
          <p:cNvSpPr>
            <a:spLocks noGrp="1"/>
          </p:cNvSpPr>
          <p:nvPr>
            <p:ph type="body" sz="quarter" idx="16" hasCustomPrompt="1"/>
          </p:nvPr>
        </p:nvSpPr>
        <p:spPr>
          <a:xfrm>
            <a:off x="4151313" y="3497580"/>
            <a:ext cx="3852862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5" name="Bildplatzhalter 2"/>
          <p:cNvSpPr>
            <a:spLocks noGrp="1"/>
          </p:cNvSpPr>
          <p:nvPr>
            <p:ph type="pic" sz="quarter" idx="19"/>
          </p:nvPr>
        </p:nvSpPr>
        <p:spPr>
          <a:xfrm>
            <a:off x="8184232" y="1376363"/>
            <a:ext cx="381568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de-DE" dirty="0"/>
              <a:t>Bild durch Klicken auf Symbol hinzufügen</a:t>
            </a:r>
          </a:p>
        </p:txBody>
      </p:sp>
      <p:sp>
        <p:nvSpPr>
          <p:cNvPr id="22" name="Textplatzhalter 7"/>
          <p:cNvSpPr>
            <a:spLocks noGrp="1"/>
          </p:cNvSpPr>
          <p:nvPr>
            <p:ph type="body" sz="quarter" idx="17" hasCustomPrompt="1"/>
          </p:nvPr>
        </p:nvSpPr>
        <p:spPr>
          <a:xfrm>
            <a:off x="8183563" y="3497580"/>
            <a:ext cx="3816350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20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266122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0" pos="5042" userDrawn="1">
          <p15:clr>
            <a:srgbClr val="5ACBF0"/>
          </p15:clr>
        </p15:guide>
        <p15:guide id="1" pos="2502" userDrawn="1">
          <p15:clr>
            <a:srgbClr val="5ACBF0"/>
          </p15:clr>
        </p15:guide>
        <p15:guide id="2" pos="2615" userDrawn="1">
          <p15:clr>
            <a:srgbClr val="5ACBF0"/>
          </p15:clr>
        </p15:guide>
        <p15:guide id="3" orient="horz" pos="867" userDrawn="1">
          <p15:clr>
            <a:srgbClr val="5ACBF0"/>
          </p15:clr>
        </p15:guide>
        <p15:guide id="4" orient="horz" pos="754" userDrawn="1">
          <p15:clr>
            <a:srgbClr val="5ACBF0"/>
          </p15:clr>
        </p15:guide>
        <p15:guide id="5" pos="5155" userDrawn="1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7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0" y="0"/>
            <a:ext cx="12192000" cy="151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061369" y="333375"/>
            <a:ext cx="0" cy="82708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6525344"/>
            <a:ext cx="12192000" cy="1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4"/>
          <p:cNvSpPr txBox="1">
            <a:spLocks noChangeArrowheads="1"/>
          </p:cNvSpPr>
          <p:nvPr userDrawn="1"/>
        </p:nvSpPr>
        <p:spPr bwMode="auto">
          <a:xfrm>
            <a:off x="192089" y="6525345"/>
            <a:ext cx="5759896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 dirty="0" smtClean="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Chemnitz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∙ 05</a:t>
            </a: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. November</a:t>
            </a:r>
            <a:r>
              <a:rPr lang="de-DE" sz="1400" baseline="0" dirty="0">
                <a:latin typeface="Roboto" panose="02000000000000000000" pitchFamily="2" charset="0"/>
                <a:ea typeface="Roboto" panose="02000000000000000000" pitchFamily="2" charset="0"/>
              </a:rPr>
              <a:t> 2025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</a:p>
        </p:txBody>
      </p:sp>
      <p:sp>
        <p:nvSpPr>
          <p:cNvPr id="18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www.tu-chemnitz.de</a:t>
            </a:r>
          </a:p>
        </p:txBody>
      </p:sp>
      <p:pic>
        <p:nvPicPr>
          <p:cNvPr id="3" name="Grafik 2" title="Logo der TU Chemnitz mit Bezug zur Kulturhauptstadt 2025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63" y="333375"/>
            <a:ext cx="1388034" cy="82708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753" r:id="rId2"/>
    <p:sldLayoutId id="2147483751" r:id="rId3"/>
    <p:sldLayoutId id="2147483752" r:id="rId4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1">
          <p15:clr>
            <a:srgbClr val="000000"/>
          </p15:clr>
        </p15:guide>
        <p15:guide id="2" orient="horz" pos="210">
          <p15:clr>
            <a:srgbClr val="9FCC3B"/>
          </p15:clr>
        </p15:guide>
        <p15:guide id="3" orient="horz" pos="731">
          <p15:clr>
            <a:srgbClr val="9FCC3B"/>
          </p15:clr>
        </p15:guide>
        <p15:guide id="4" pos="1300" userDrawn="1">
          <p15:clr>
            <a:srgbClr val="9FCC3B"/>
          </p15:clr>
        </p15:guide>
        <p15:guide id="5" pos="1096" userDrawn="1">
          <p15:clr>
            <a:srgbClr val="9FCC3B"/>
          </p15:clr>
        </p15:guide>
        <p15:guide id="6" pos="1504" userDrawn="1">
          <p15:clr>
            <a:srgbClr val="9FCC3B"/>
          </p15:clr>
        </p15:guide>
        <p15:guide id="7" pos="7491">
          <p15:clr>
            <a:srgbClr val="000000"/>
          </p15:clr>
        </p15:guide>
        <p15:guide id="8" orient="horz" pos="3906">
          <p15:clr>
            <a:srgbClr val="000000"/>
          </p15:clr>
        </p15:guide>
        <p15:guide id="9" orient="horz" pos="1162">
          <p15:clr>
            <a:srgbClr val="00000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>
          <a:xfrm>
            <a:off x="0" y="274"/>
            <a:ext cx="12192000" cy="7647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1166868" y="152713"/>
            <a:ext cx="0" cy="46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6525344"/>
            <a:ext cx="12192000" cy="0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www.tu-chemnitz.de</a:t>
            </a:r>
          </a:p>
        </p:txBody>
      </p:sp>
      <p:sp>
        <p:nvSpPr>
          <p:cNvPr id="34" name="Fußzeilenplatzhalter 4"/>
          <p:cNvSpPr txBox="1">
            <a:spLocks/>
          </p:cNvSpPr>
          <p:nvPr userDrawn="1"/>
        </p:nvSpPr>
        <p:spPr>
          <a:xfrm>
            <a:off x="4655840" y="6526933"/>
            <a:ext cx="5593060" cy="332656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000" kern="1200" dirty="0" smtClean="0">
                <a:solidFill>
                  <a:schemeClr val="tx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Arial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fld id="{72C5D026-0A5E-414E-BDD7-AEAAC7E56A8F}" type="slidenum">
              <a:rPr lang="de-DE" sz="1400" smtClean="0">
                <a:latin typeface="Roboto" panose="02000000000000000000" pitchFamily="2" charset="0"/>
                <a:ea typeface="Roboto" panose="02000000000000000000" pitchFamily="2" charset="0"/>
              </a:rPr>
              <a:pPr algn="ctr">
                <a:defRPr/>
              </a:pPr>
              <a:t>‹Nr.›</a:t>
            </a:fld>
            <a:endParaRPr lang="de-DE" sz="14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3" name="Rectangle 4"/>
          <p:cNvSpPr txBox="1">
            <a:spLocks noChangeArrowheads="1"/>
          </p:cNvSpPr>
          <p:nvPr userDrawn="1"/>
        </p:nvSpPr>
        <p:spPr bwMode="auto">
          <a:xfrm>
            <a:off x="192089" y="6525345"/>
            <a:ext cx="5759896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800" kern="1200" dirty="0" smtClean="0">
                <a:solidFill>
                  <a:schemeClr val="tx1"/>
                </a:solidFill>
                <a:latin typeface="InfoDispRegular-Roman" pitchFamily="2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defRPr/>
            </a:pP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Chemnitz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∙ 05</a:t>
            </a:r>
            <a:r>
              <a:rPr lang="de-DE" sz="1400" dirty="0">
                <a:latin typeface="Roboto" panose="02000000000000000000" pitchFamily="2" charset="0"/>
                <a:ea typeface="Roboto" panose="02000000000000000000" pitchFamily="2" charset="0"/>
              </a:rPr>
              <a:t>. November</a:t>
            </a:r>
            <a:r>
              <a:rPr lang="de-DE" sz="1400" baseline="0" dirty="0">
                <a:latin typeface="Roboto" panose="02000000000000000000" pitchFamily="2" charset="0"/>
                <a:ea typeface="Roboto" panose="02000000000000000000" pitchFamily="2" charset="0"/>
              </a:rPr>
              <a:t> 2025</a:t>
            </a:r>
            <a:r>
              <a:rPr lang="de-DE" sz="14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charset="0"/>
              </a:rPr>
              <a:t> </a:t>
            </a:r>
          </a:p>
        </p:txBody>
      </p:sp>
      <p:pic>
        <p:nvPicPr>
          <p:cNvPr id="10" name="Grafik 9" title="Logo der TU Chemnitz mit Bezug zur Kulturhauptstadt 2025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9" y="152400"/>
            <a:ext cx="785406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93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4" r:id="rId2"/>
    <p:sldLayoutId id="2147483755" r:id="rId3"/>
    <p:sldLayoutId id="2147483756" r:id="rId4"/>
    <p:sldLayoutId id="2147483719" r:id="rId5"/>
    <p:sldLayoutId id="2147483757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600" b="1" kern="1200">
          <a:solidFill>
            <a:schemeClr val="bg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6" userDrawn="1">
          <p15:clr>
            <a:srgbClr val="9FCC3B"/>
          </p15:clr>
        </p15:guide>
        <p15:guide id="2" orient="horz" pos="391" userDrawn="1">
          <p15:clr>
            <a:srgbClr val="9FCC3B"/>
          </p15:clr>
        </p15:guide>
        <p15:guide id="3" pos="846" userDrawn="1">
          <p15:clr>
            <a:srgbClr val="9FCC3B"/>
          </p15:clr>
        </p15:guide>
        <p15:guide id="4" pos="121" userDrawn="1">
          <p15:clr>
            <a:srgbClr val="000000"/>
          </p15:clr>
        </p15:guide>
        <p15:guide id="5" pos="733" userDrawn="1">
          <p15:clr>
            <a:srgbClr val="9FCC3B"/>
          </p15:clr>
        </p15:guide>
        <p15:guide id="6" pos="619" userDrawn="1">
          <p15:clr>
            <a:srgbClr val="9FCC3B"/>
          </p15:clr>
        </p15:guide>
        <p15:guide id="7" pos="7559" userDrawn="1">
          <p15:clr>
            <a:srgbClr val="000000"/>
          </p15:clr>
        </p15:guide>
        <p15:guide id="8" orient="horz" pos="572" userDrawn="1">
          <p15:clr>
            <a:srgbClr val="000000"/>
          </p15:clr>
        </p15:guide>
        <p15:guide id="9" orient="horz" pos="3997" userDrawn="1">
          <p15:clr>
            <a:srgbClr val="00000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7600" y="266700"/>
            <a:ext cx="9504363" cy="893763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Softwarepraktikum</a:t>
            </a:r>
            <a:r>
              <a:rPr lang="en-US" dirty="0"/>
              <a:t> WS25/26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3"/>
          </p:nvPr>
        </p:nvSpPr>
        <p:spPr>
          <a:xfrm>
            <a:off x="334963" y="1776095"/>
            <a:ext cx="11678072" cy="1143274"/>
          </a:xfrm>
        </p:spPr>
        <p:txBody>
          <a:bodyPr>
            <a:normAutofit/>
          </a:bodyPr>
          <a:lstStyle/>
          <a:p>
            <a:r>
              <a:rPr lang="en-US" dirty="0" err="1"/>
              <a:t>Meilenstein</a:t>
            </a:r>
            <a:r>
              <a:rPr lang="en-US" dirty="0"/>
              <a:t> 1: Requirements</a:t>
            </a:r>
          </a:p>
          <a:p>
            <a:r>
              <a:rPr lang="en-US" dirty="0" err="1"/>
              <a:t>Abgabe</a:t>
            </a:r>
            <a:r>
              <a:rPr lang="en-US" dirty="0"/>
              <a:t>: 05.11.2025</a:t>
            </a:r>
            <a:endParaRPr lang="de-DE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16C208F8-EBF7-5C41-7919-1D11A41AFCCC}"/>
              </a:ext>
            </a:extLst>
          </p:cNvPr>
          <p:cNvSpPr txBox="1">
            <a:spLocks/>
          </p:cNvSpPr>
          <p:nvPr/>
        </p:nvSpPr>
        <p:spPr>
          <a:xfrm>
            <a:off x="889233" y="2927758"/>
            <a:ext cx="4135772" cy="317186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Anton Schmierer</a:t>
            </a:r>
          </a:p>
          <a:p>
            <a:pPr marL="0" indent="0">
              <a:buFontTx/>
              <a:buNone/>
            </a:pPr>
            <a:b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</a:b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Hanna </a:t>
            </a:r>
            <a:r>
              <a:rPr lang="en-US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Scheudeck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Pia </a:t>
            </a:r>
            <a:r>
              <a:rPr lang="en-US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Scheffelmaier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FontTx/>
              <a:buNone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Mohammed Rajeh</a:t>
            </a:r>
            <a:endParaRPr lang="de-DE" sz="2000" kern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0321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39897-9057-5217-03E6-7381E79A4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C777DA1-E88C-4977-1E2D-114359AE7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3BF33E3-905B-859A-0CDB-3636FA248E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387" y="1394611"/>
            <a:ext cx="11913226" cy="4452515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</a:p>
          <a:p>
            <a:endParaRPr lang="en-US" b="0" dirty="0"/>
          </a:p>
          <a:p>
            <a:r>
              <a:rPr lang="en-US" dirty="0"/>
              <a:t>2. Non-Functional Requirements</a:t>
            </a:r>
          </a:p>
          <a:p>
            <a:endParaRPr lang="en-US" b="0" dirty="0"/>
          </a:p>
          <a:p>
            <a:endParaRPr lang="en-US" b="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6360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9CDD9-7924-0D6F-70AB-D44326D1D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B732EBE-66F6-207B-22F3-EBFC4C820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26D84E7B-AABE-D037-2CB4-6391BEB16B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387" y="1394611"/>
            <a:ext cx="11913226" cy="4452515"/>
          </a:xfrm>
        </p:spPr>
        <p:txBody>
          <a:bodyPr>
            <a:normAutofit/>
          </a:bodyPr>
          <a:lstStyle/>
          <a:p>
            <a:r>
              <a:rPr lang="en-US" b="0" dirty="0"/>
              <a:t>Es </a:t>
            </a:r>
            <a:r>
              <a:rPr lang="en-US" b="0" dirty="0" err="1"/>
              <a:t>folgen</a:t>
            </a:r>
            <a:r>
              <a:rPr lang="en-US" b="0" dirty="0"/>
              <a:t> die Templates für </a:t>
            </a:r>
            <a:r>
              <a:rPr lang="en-US" b="0" dirty="0" err="1"/>
              <a:t>beide</a:t>
            </a:r>
            <a:r>
              <a:rPr lang="en-US" b="0" dirty="0"/>
              <a:t> </a:t>
            </a:r>
            <a:r>
              <a:rPr lang="en-US" b="0" dirty="0" err="1"/>
              <a:t>Arten</a:t>
            </a:r>
            <a:r>
              <a:rPr lang="en-US" b="0" dirty="0"/>
              <a:t> von Requirements. </a:t>
            </a:r>
            <a:r>
              <a:rPr lang="en-US" b="0" dirty="0" err="1"/>
              <a:t>Kopiert</a:t>
            </a:r>
            <a:r>
              <a:rPr lang="en-US" b="0" dirty="0"/>
              <a:t> </a:t>
            </a:r>
            <a:r>
              <a:rPr lang="en-US" b="0" dirty="0" err="1"/>
              <a:t>euch</a:t>
            </a:r>
            <a:r>
              <a:rPr lang="en-US" b="0" dirty="0"/>
              <a:t> </a:t>
            </a:r>
            <a:r>
              <a:rPr lang="en-US" b="0" dirty="0" err="1"/>
              <a:t>diese</a:t>
            </a:r>
            <a:r>
              <a:rPr lang="en-US" b="0" dirty="0"/>
              <a:t> und </a:t>
            </a:r>
            <a:r>
              <a:rPr lang="en-US" b="0" dirty="0" err="1"/>
              <a:t>verändert</a:t>
            </a:r>
            <a:r>
              <a:rPr lang="en-US" b="0" dirty="0"/>
              <a:t> die Templates bitte </a:t>
            </a:r>
            <a:r>
              <a:rPr lang="en-US" b="0" dirty="0" err="1"/>
              <a:t>nicht</a:t>
            </a:r>
            <a:r>
              <a:rPr lang="en-US" b="0" dirty="0"/>
              <a:t>.</a:t>
            </a:r>
          </a:p>
          <a:p>
            <a:endParaRPr lang="en-US" b="0" dirty="0"/>
          </a:p>
          <a:p>
            <a:r>
              <a:rPr lang="en-US" b="0" dirty="0" err="1"/>
              <a:t>Vorschlag</a:t>
            </a:r>
            <a:r>
              <a:rPr lang="en-US" b="0" dirty="0"/>
              <a:t> für die </a:t>
            </a:r>
            <a:r>
              <a:rPr lang="en-US" b="0" dirty="0" err="1"/>
              <a:t>Nummerierung</a:t>
            </a:r>
            <a:r>
              <a:rPr lang="en-US" b="0" dirty="0"/>
              <a:t> der Requirements: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Functional: FR-1, FR-2 </a:t>
            </a:r>
            <a:r>
              <a:rPr lang="en-US" b="0" dirty="0" err="1"/>
              <a:t>usw</a:t>
            </a:r>
            <a:r>
              <a:rPr lang="en-US" b="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Non-Functional: NR-1, NR-2 </a:t>
            </a:r>
            <a:r>
              <a:rPr lang="en-US" b="0" dirty="0" err="1"/>
              <a:t>usw</a:t>
            </a:r>
            <a:r>
              <a:rPr lang="en-US" b="0"/>
              <a:t>.</a:t>
            </a:r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en-US" b="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913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494D-8733-7F92-010D-A0A292E93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48EB4A92-290D-12F8-92EB-14CC61CBB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FCC9E97-27C8-8124-A7FA-118E30FB3B06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FR-1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C4EE76D-5057-57DF-8187-C9FD5F16E753}"/>
              </a:ext>
            </a:extLst>
          </p:cNvPr>
          <p:cNvSpPr/>
          <p:nvPr/>
        </p:nvSpPr>
        <p:spPr>
          <a:xfrm>
            <a:off x="4436269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Functional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3D26285-C189-D14B-8CAB-E66986D36895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Event/BUC/PUC#: </a:t>
            </a:r>
            <a:r>
              <a:rPr lang="de-DE" sz="1100" dirty="0">
                <a:solidFill>
                  <a:schemeClr val="tx1"/>
                </a:solidFill>
              </a:rPr>
              <a:t>BUC-01-Datenerfassung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3882B26-0FFE-8541-E3E9-B67B5CEEFFE6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DD8798C-9846-824E-B3B1-C5C10749438D}"/>
              </a:ext>
            </a:extLst>
          </p:cNvPr>
          <p:cNvSpPr/>
          <p:nvPr/>
        </p:nvSpPr>
        <p:spPr>
          <a:xfrm>
            <a:off x="1903446" y="1370669"/>
            <a:ext cx="10096466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Das System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ermöglichen</a:t>
            </a:r>
            <a:r>
              <a:rPr lang="en-US" sz="1100" dirty="0">
                <a:solidFill>
                  <a:schemeClr val="tx1"/>
                </a:solidFill>
              </a:rPr>
              <a:t>, </a:t>
            </a:r>
            <a:r>
              <a:rPr lang="en-US" sz="1100" dirty="0" err="1">
                <a:solidFill>
                  <a:schemeClr val="tx1"/>
                </a:solidFill>
              </a:rPr>
              <a:t>neue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Anfragen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Beratungsfälle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über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benutzerfreundliche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Eingabemaske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erfassen</a:t>
            </a:r>
            <a:r>
              <a:rPr lang="en-US" sz="1100" dirty="0">
                <a:solidFill>
                  <a:schemeClr val="tx1"/>
                </a:solidFill>
              </a:rPr>
              <a:t>. Es </a:t>
            </a:r>
            <a:r>
              <a:rPr lang="en-US" sz="1100" dirty="0" err="1">
                <a:solidFill>
                  <a:schemeClr val="tx1"/>
                </a:solidFill>
              </a:rPr>
              <a:t>gibt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zwei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Arten</a:t>
            </a:r>
            <a:r>
              <a:rPr lang="en-US" sz="1100" dirty="0">
                <a:solidFill>
                  <a:schemeClr val="tx1"/>
                </a:solidFill>
              </a:rPr>
              <a:t> von </a:t>
            </a:r>
            <a:r>
              <a:rPr lang="en-US" sz="1100" dirty="0" err="1">
                <a:solidFill>
                  <a:schemeClr val="tx1"/>
                </a:solidFill>
              </a:rPr>
              <a:t>Datensätzem</a:t>
            </a:r>
            <a:r>
              <a:rPr lang="en-US" sz="1100" dirty="0">
                <a:solidFill>
                  <a:schemeClr val="tx1"/>
                </a:solidFill>
              </a:rPr>
              <a:t>:  </a:t>
            </a:r>
            <a:r>
              <a:rPr lang="en-US" sz="1100" dirty="0" err="1">
                <a:solidFill>
                  <a:schemeClr val="tx1"/>
                </a:solidFill>
              </a:rPr>
              <a:t>Anfrage</a:t>
            </a:r>
            <a:r>
              <a:rPr lang="en-US" sz="1100" dirty="0">
                <a:solidFill>
                  <a:schemeClr val="tx1"/>
                </a:solidFill>
              </a:rPr>
              <a:t> (</a:t>
            </a:r>
            <a:r>
              <a:rPr lang="en-US" sz="1100" dirty="0" err="1">
                <a:solidFill>
                  <a:schemeClr val="tx1"/>
                </a:solidFill>
              </a:rPr>
              <a:t>Erstkontakt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bzw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  <a:r>
              <a:rPr lang="en-US" sz="1100" dirty="0" err="1">
                <a:solidFill>
                  <a:schemeClr val="tx1"/>
                </a:solidFill>
              </a:rPr>
              <a:t>Terminvereinbarung</a:t>
            </a:r>
            <a:r>
              <a:rPr lang="en-US" sz="1100" dirty="0">
                <a:solidFill>
                  <a:schemeClr val="tx1"/>
                </a:solidFill>
              </a:rPr>
              <a:t>) und </a:t>
            </a:r>
            <a:r>
              <a:rPr lang="en-US" sz="1100" dirty="0" err="1">
                <a:solidFill>
                  <a:schemeClr val="tx1"/>
                </a:solidFill>
              </a:rPr>
              <a:t>Beratungsfall</a:t>
            </a:r>
            <a:r>
              <a:rPr lang="en-US" sz="1100" dirty="0">
                <a:solidFill>
                  <a:schemeClr val="tx1"/>
                </a:solidFill>
              </a:rPr>
              <a:t> (</a:t>
            </a:r>
            <a:r>
              <a:rPr lang="en-US" sz="1100" dirty="0" err="1">
                <a:solidFill>
                  <a:schemeClr val="tx1"/>
                </a:solidFill>
              </a:rPr>
              <a:t>laufende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Beratung</a:t>
            </a:r>
            <a:r>
              <a:rPr lang="en-US" sz="1100" dirty="0">
                <a:solidFill>
                  <a:schemeClr val="tx1"/>
                </a:solidFill>
              </a:rPr>
              <a:t>). Beim </a:t>
            </a:r>
            <a:r>
              <a:rPr lang="en-US" sz="1100" dirty="0" err="1">
                <a:solidFill>
                  <a:schemeClr val="tx1"/>
                </a:solidFill>
              </a:rPr>
              <a:t>Speichern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Pflichtfelder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überprüft</a:t>
            </a:r>
            <a:r>
              <a:rPr lang="en-US" sz="1100" dirty="0">
                <a:solidFill>
                  <a:schemeClr val="tx1"/>
                </a:solidFill>
              </a:rPr>
              <a:t>: </a:t>
            </a:r>
            <a:r>
              <a:rPr lang="en-US" sz="1100" dirty="0" err="1">
                <a:solidFill>
                  <a:schemeClr val="tx1"/>
                </a:solidFill>
              </a:rPr>
              <a:t>fehlende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Angaben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mit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Fehlermeldung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angezeigt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2138D5C-E1B9-EA96-3E7C-FDDE2159CABB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707EFF0-0358-C388-52AA-509B25C57232}"/>
              </a:ext>
            </a:extLst>
          </p:cNvPr>
          <p:cNvSpPr/>
          <p:nvPr/>
        </p:nvSpPr>
        <p:spPr>
          <a:xfrm>
            <a:off x="1903448" y="2301438"/>
            <a:ext cx="10096466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Der </a:t>
            </a:r>
            <a:r>
              <a:rPr lang="en-US" sz="1100" dirty="0" err="1">
                <a:solidFill>
                  <a:schemeClr val="tx1"/>
                </a:solidFill>
              </a:rPr>
              <a:t>Kernprozess</a:t>
            </a:r>
            <a:r>
              <a:rPr lang="en-US" sz="1100" dirty="0">
                <a:solidFill>
                  <a:schemeClr val="tx1"/>
                </a:solidFill>
              </a:rPr>
              <a:t> des Systems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die </a:t>
            </a:r>
            <a:r>
              <a:rPr lang="en-US" sz="1100" dirty="0" err="1">
                <a:solidFill>
                  <a:schemeClr val="tx1"/>
                </a:solidFill>
              </a:rPr>
              <a:t>Datenerfassung</a:t>
            </a:r>
            <a:r>
              <a:rPr lang="en-US" sz="1100" dirty="0">
                <a:solidFill>
                  <a:schemeClr val="tx1"/>
                </a:solidFill>
              </a:rPr>
              <a:t>. Die </a:t>
            </a:r>
            <a:r>
              <a:rPr lang="en-US" sz="1100" dirty="0" err="1">
                <a:solidFill>
                  <a:schemeClr val="tx1"/>
                </a:solidFill>
              </a:rPr>
              <a:t>Erfassung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difital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strukturiert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erfolgen</a:t>
            </a:r>
            <a:r>
              <a:rPr lang="en-US" sz="1100" dirty="0">
                <a:solidFill>
                  <a:schemeClr val="tx1"/>
                </a:solidFill>
              </a:rPr>
              <a:t>. Das </a:t>
            </a:r>
            <a:r>
              <a:rPr lang="en-US" sz="1100" dirty="0" err="1">
                <a:solidFill>
                  <a:schemeClr val="tx1"/>
                </a:solidFill>
              </a:rPr>
              <a:t>reduziert</a:t>
            </a:r>
            <a:r>
              <a:rPr lang="en-US" sz="1100" dirty="0">
                <a:solidFill>
                  <a:schemeClr val="tx1"/>
                </a:solidFill>
              </a:rPr>
              <a:t> den </a:t>
            </a:r>
            <a:r>
              <a:rPr lang="en-US" sz="1100" dirty="0" err="1">
                <a:solidFill>
                  <a:schemeClr val="tx1"/>
                </a:solidFill>
              </a:rPr>
              <a:t>Arbeitsaufwand</a:t>
            </a:r>
            <a:r>
              <a:rPr lang="en-US" sz="1100" dirty="0">
                <a:solidFill>
                  <a:schemeClr val="tx1"/>
                </a:solidFill>
              </a:rPr>
              <a:t> der </a:t>
            </a:r>
            <a:r>
              <a:rPr lang="en-US" sz="1100" dirty="0" err="1">
                <a:solidFill>
                  <a:schemeClr val="tx1"/>
                </a:solidFill>
              </a:rPr>
              <a:t>Mitglieder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858BD9C-DC70-6A02-FC6C-DF7AF7ED1BAA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3DD2826-F937-C0B7-A640-E95A663B5EDD}"/>
              </a:ext>
            </a:extLst>
          </p:cNvPr>
          <p:cNvSpPr/>
          <p:nvPr/>
        </p:nvSpPr>
        <p:spPr>
          <a:xfrm>
            <a:off x="1903446" y="3232207"/>
            <a:ext cx="10096466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FCE78B4-EA94-FE9F-F7CF-2E33EC11A462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FA260BE3-BC49-1D35-2774-58F1A8B11F71}"/>
              </a:ext>
            </a:extLst>
          </p:cNvPr>
          <p:cNvSpPr/>
          <p:nvPr/>
        </p:nvSpPr>
        <p:spPr>
          <a:xfrm>
            <a:off x="1903448" y="3694826"/>
            <a:ext cx="10096466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können</a:t>
            </a:r>
            <a:r>
              <a:rPr lang="en-US" sz="1100" dirty="0">
                <a:solidFill>
                  <a:schemeClr val="tx1"/>
                </a:solidFill>
              </a:rPr>
              <a:t> Schneller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vollständige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Anfrage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oder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Beratungsfall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erfassen</a:t>
            </a:r>
            <a:r>
              <a:rPr lang="en-US" sz="1100" dirty="0">
                <a:solidFill>
                  <a:schemeClr val="tx1"/>
                </a:solidFill>
              </a:rPr>
              <a:t>. Alle </a:t>
            </a:r>
            <a:r>
              <a:rPr lang="en-US" sz="1100" dirty="0" err="1">
                <a:solidFill>
                  <a:schemeClr val="tx1"/>
                </a:solidFill>
              </a:rPr>
              <a:t>Pflichtfelder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überprüft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Fehlermeldungen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sind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verständlich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formuliert</a:t>
            </a:r>
            <a:endParaRPr lang="en-US" sz="1100" dirty="0">
              <a:solidFill>
                <a:schemeClr val="tx1"/>
              </a:solidFill>
            </a:endParaRP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F5F96FD-2A37-8050-A3FE-07E53C2D0B8E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Schnellere Dokumentation &amp; schnellere Eingabe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638D315-FE22-D82E-A1C7-26B38FC59CBC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Ohne diese Funktion bleibt der Erfassungsprozess unübersichtlich und die Fehleranfälligkeit bleibt hoch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79ED82C-86F5-D447-938A-449E5EDF7512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02760C9-86D1-30F2-014F-FE27A41B6E30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Bei zu vielen Pflichtfeldern kann die Erfassung als zu aufwendig empfunden werden. 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A1CDE1B-43A5-030E-7B30-2B25311ED707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Projektbeschreibung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A08F465A-9724-A8DF-6B98-CEE36F3CECE1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01.11.</a:t>
            </a:r>
          </a:p>
        </p:txBody>
      </p:sp>
    </p:spTree>
    <p:extLst>
      <p:ext uri="{BB962C8B-B14F-4D97-AF65-F5344CB8AC3E}">
        <p14:creationId xmlns:p14="http://schemas.microsoft.com/office/powerpoint/2010/main" val="840838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494D-8733-7F92-010D-A0A292E93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48EB4A92-290D-12F8-92EB-14CC61CBB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FCC9E97-27C8-8124-A7FA-118E30FB3B06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FR-2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C4EE76D-5057-57DF-8187-C9FD5F16E753}"/>
              </a:ext>
            </a:extLst>
          </p:cNvPr>
          <p:cNvSpPr/>
          <p:nvPr/>
        </p:nvSpPr>
        <p:spPr>
          <a:xfrm>
            <a:off x="4436269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Functional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3D26285-C189-D14B-8CAB-E66986D36895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 #: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3882B26-0FFE-8541-E3E9-B67B5CEEFFE6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DD8798C-9846-824E-B3B1-C5C10749438D}"/>
              </a:ext>
            </a:extLst>
          </p:cNvPr>
          <p:cNvSpPr/>
          <p:nvPr/>
        </p:nvSpPr>
        <p:spPr>
          <a:xfrm>
            <a:off x="1899251" y="1370669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/>
                </a:solidFill>
              </a:rPr>
              <a:t>Berechnung und Export von Statistiken aus gespeicherten Daten</a:t>
            </a:r>
          </a:p>
          <a:p>
            <a:r>
              <a:rPr lang="de-DE" sz="1100" dirty="0">
                <a:solidFill>
                  <a:schemeClr val="tx1"/>
                </a:solidFill>
              </a:rPr>
              <a:t>Erstellen und Nutzen von Filtern</a:t>
            </a:r>
          </a:p>
          <a:p>
            <a:r>
              <a:rPr lang="de-DE" sz="1100" dirty="0">
                <a:solidFill>
                  <a:schemeClr val="tx1"/>
                </a:solidFill>
              </a:rPr>
              <a:t>Export der Statistiken (</a:t>
            </a:r>
            <a:r>
              <a:rPr lang="de-DE" sz="1100" dirty="0" err="1">
                <a:solidFill>
                  <a:schemeClr val="tx1"/>
                </a:solidFill>
              </a:rPr>
              <a:t>pdf</a:t>
            </a:r>
            <a:r>
              <a:rPr lang="de-DE" sz="1100" dirty="0">
                <a:solidFill>
                  <a:schemeClr val="tx1"/>
                </a:solidFill>
              </a:rPr>
              <a:t> xlsx, </a:t>
            </a:r>
            <a:r>
              <a:rPr lang="de-DE" sz="1100" dirty="0" err="1">
                <a:solidFill>
                  <a:schemeClr val="tx1"/>
                </a:solidFill>
              </a:rPr>
              <a:t>csv</a:t>
            </a:r>
            <a:r>
              <a:rPr lang="de-DE" sz="1100" dirty="0">
                <a:solidFill>
                  <a:schemeClr val="tx1"/>
                </a:solidFill>
              </a:rPr>
              <a:t>)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2138D5C-E1B9-EA96-3E7C-FDDE2159CABB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707EFF0-0358-C388-52AA-509B25C57232}"/>
              </a:ext>
            </a:extLst>
          </p:cNvPr>
          <p:cNvSpPr/>
          <p:nvPr/>
        </p:nvSpPr>
        <p:spPr>
          <a:xfrm>
            <a:off x="1899253" y="2301438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Eines der </a:t>
            </a:r>
            <a:r>
              <a:rPr lang="en-US" sz="1100" dirty="0" err="1">
                <a:solidFill>
                  <a:schemeClr val="tx1"/>
                </a:solidFill>
              </a:rPr>
              <a:t>grundlegenden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Ziele</a:t>
            </a:r>
            <a:r>
              <a:rPr lang="en-US" sz="1100" dirty="0">
                <a:solidFill>
                  <a:schemeClr val="tx1"/>
                </a:solidFill>
              </a:rPr>
              <a:t> der Software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es, die </a:t>
            </a:r>
            <a:r>
              <a:rPr lang="en-US" sz="1100" dirty="0" err="1">
                <a:solidFill>
                  <a:schemeClr val="tx1"/>
                </a:solidFill>
              </a:rPr>
              <a:t>Erstellung</a:t>
            </a:r>
            <a:r>
              <a:rPr lang="en-US" sz="1100" dirty="0">
                <a:solidFill>
                  <a:schemeClr val="tx1"/>
                </a:solidFill>
              </a:rPr>
              <a:t> von </a:t>
            </a:r>
            <a:r>
              <a:rPr lang="en-US" sz="1100" dirty="0" err="1">
                <a:solidFill>
                  <a:schemeClr val="tx1"/>
                </a:solidFill>
              </a:rPr>
              <a:t>Statistiken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vereinfachen</a:t>
            </a:r>
            <a:r>
              <a:rPr lang="en-US" sz="1100" dirty="0">
                <a:solidFill>
                  <a:schemeClr val="tx1"/>
                </a:solidFill>
              </a:rPr>
              <a:t>, die von den </a:t>
            </a:r>
            <a:r>
              <a:rPr lang="en-US" sz="1100" dirty="0" err="1">
                <a:solidFill>
                  <a:schemeClr val="tx1"/>
                </a:solidFill>
              </a:rPr>
              <a:t>jeweiligen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Beratungsstellen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gebraucht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.  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858BD9C-DC70-6A02-FC6C-DF7AF7ED1BAA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3DD2826-F937-C0B7-A640-E95A663B5EDD}"/>
              </a:ext>
            </a:extLst>
          </p:cNvPr>
          <p:cNvSpPr/>
          <p:nvPr/>
        </p:nvSpPr>
        <p:spPr>
          <a:xfrm>
            <a:off x="1899251" y="3232207"/>
            <a:ext cx="100980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FCE78B4-EA94-FE9F-F7CF-2E33EC11A462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FA260BE3-BC49-1D35-2774-58F1A8B11F71}"/>
              </a:ext>
            </a:extLst>
          </p:cNvPr>
          <p:cNvSpPr/>
          <p:nvPr/>
        </p:nvSpPr>
        <p:spPr>
          <a:xfrm>
            <a:off x="1899253" y="3694826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Es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möglich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korrekte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Statistiken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exportieren</a:t>
            </a:r>
            <a:r>
              <a:rPr lang="en-US" sz="1100" dirty="0">
                <a:solidFill>
                  <a:schemeClr val="tx1"/>
                </a:solidFill>
              </a:rPr>
              <a:t>. Filter </a:t>
            </a:r>
            <a:r>
              <a:rPr lang="en-US" sz="1100" dirty="0" err="1">
                <a:solidFill>
                  <a:schemeClr val="tx1"/>
                </a:solidFill>
              </a:rPr>
              <a:t>lassen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sich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erstellen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sind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speicherbar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F5F96FD-2A37-8050-A3FE-07E53C2D0B8E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638D315-FE22-D82E-A1C7-26B38FC59CBC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79ED82C-86F5-D447-938A-449E5EDF7512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02760C9-86D1-30F2-014F-FE27A41B6E30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-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A1CDE1B-43A5-030E-7B30-2B25311ED707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Anforderungsbeschreibung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A08F465A-9724-A8DF-6B98-CEE36F3CECE1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r>
              <a:rPr lang="de-DE" sz="1100" dirty="0">
                <a:solidFill>
                  <a:schemeClr val="tx1"/>
                </a:solidFill>
              </a:rPr>
              <a:t>. 03.11</a:t>
            </a:r>
          </a:p>
        </p:txBody>
      </p:sp>
    </p:spTree>
    <p:extLst>
      <p:ext uri="{BB962C8B-B14F-4D97-AF65-F5344CB8AC3E}">
        <p14:creationId xmlns:p14="http://schemas.microsoft.com/office/powerpoint/2010/main" val="4028702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04C62-C29B-7355-2BEC-9FC03F938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85EC3C2-52A5-8AAE-0D5F-B22200463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1. 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6E3EBC0-723F-F7D0-ACA2-4E09092AB8C4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FR-5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DDBBD9A7-2780-1F0E-6A0B-38CFE57D0C31}"/>
              </a:ext>
            </a:extLst>
          </p:cNvPr>
          <p:cNvSpPr/>
          <p:nvPr/>
        </p:nvSpPr>
        <p:spPr>
          <a:xfrm>
            <a:off x="4436269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Functional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40134C4-5353-F4F6-838F-FC08FBDBBE93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 #: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65CAE3C-0BE9-B64A-582F-16E7042F715F}"/>
              </a:ext>
            </a:extLst>
          </p:cNvPr>
          <p:cNvSpPr/>
          <p:nvPr/>
        </p:nvSpPr>
        <p:spPr>
          <a:xfrm>
            <a:off x="192088" y="1370669"/>
            <a:ext cx="1375455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9A0B859-68B5-54AE-E0BF-02B13905C4E8}"/>
              </a:ext>
            </a:extLst>
          </p:cNvPr>
          <p:cNvSpPr/>
          <p:nvPr/>
        </p:nvSpPr>
        <p:spPr>
          <a:xfrm>
            <a:off x="1903444" y="1370669"/>
            <a:ext cx="10096468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dirty="0">
                <a:solidFill>
                  <a:schemeClr val="tx1"/>
                </a:solidFill>
              </a:rPr>
              <a:t>- Das System benötigt passwortgeschützte Konten mit abgestuften Rechten:  </a:t>
            </a:r>
          </a:p>
          <a:p>
            <a:r>
              <a:rPr lang="de-DE" sz="1100" dirty="0">
                <a:solidFill>
                  <a:schemeClr val="tx1"/>
                </a:solidFill>
              </a:rPr>
              <a:t>  - </a:t>
            </a:r>
            <a:r>
              <a:rPr lang="de-DE" sz="1100" b="1" dirty="0">
                <a:solidFill>
                  <a:schemeClr val="tx1"/>
                </a:solidFill>
              </a:rPr>
              <a:t>Basiskonto</a:t>
            </a:r>
            <a:r>
              <a:rPr lang="de-DE" sz="1100" dirty="0">
                <a:solidFill>
                  <a:schemeClr val="tx1"/>
                </a:solidFill>
              </a:rPr>
              <a:t>: Datensätze erfassen/bearbeiten, Statistiken abrufen, selbsterstellte Presets speichern/löschen </a:t>
            </a:r>
          </a:p>
          <a:p>
            <a:r>
              <a:rPr lang="de-DE" sz="1100" dirty="0">
                <a:solidFill>
                  <a:schemeClr val="tx1"/>
                </a:solidFill>
              </a:rPr>
              <a:t>  - </a:t>
            </a:r>
            <a:r>
              <a:rPr lang="de-DE" sz="1100" b="1" dirty="0">
                <a:solidFill>
                  <a:schemeClr val="tx1"/>
                </a:solidFill>
              </a:rPr>
              <a:t>Erweiterungskonto</a:t>
            </a:r>
            <a:r>
              <a:rPr lang="de-DE" sz="1100" dirty="0">
                <a:solidFill>
                  <a:schemeClr val="tx1"/>
                </a:solidFill>
              </a:rPr>
              <a:t>: Zusätzlich neue Formularfelder und geteilte Presets verwalten</a:t>
            </a:r>
          </a:p>
          <a:p>
            <a:r>
              <a:rPr lang="de-DE" sz="1100" dirty="0">
                <a:solidFill>
                  <a:schemeClr val="tx1"/>
                </a:solidFill>
              </a:rPr>
              <a:t>  - </a:t>
            </a:r>
            <a:r>
              <a:rPr lang="de-DE" sz="1100" b="1" dirty="0">
                <a:solidFill>
                  <a:schemeClr val="tx1"/>
                </a:solidFill>
              </a:rPr>
              <a:t>Administrationskonto</a:t>
            </a:r>
            <a:r>
              <a:rPr lang="de-DE" sz="1100" dirty="0">
                <a:solidFill>
                  <a:schemeClr val="tx1"/>
                </a:solidFill>
              </a:rPr>
              <a:t>: Zusätzlich Benutzerkonten verwalten (anlegen, Rechte zuweisen/entziehen, löschen)</a:t>
            </a:r>
          </a:p>
          <a:p>
            <a:r>
              <a:rPr lang="de-DE" sz="1100" dirty="0">
                <a:solidFill>
                  <a:schemeClr val="tx1"/>
                </a:solidFill>
              </a:rPr>
              <a:t>- Es muss immer mindestens ein Konto mit Administrationsrechten existieren (empfohlen zwei)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D2C2D3F-C6AC-B8D3-7BB1-5329580C5C07}"/>
              </a:ext>
            </a:extLst>
          </p:cNvPr>
          <p:cNvSpPr/>
          <p:nvPr/>
        </p:nvSpPr>
        <p:spPr>
          <a:xfrm>
            <a:off x="192090" y="2301438"/>
            <a:ext cx="1375453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5E9C480F-7AAE-9D80-0CF4-A1C084948362}"/>
              </a:ext>
            </a:extLst>
          </p:cNvPr>
          <p:cNvSpPr/>
          <p:nvPr/>
        </p:nvSpPr>
        <p:spPr>
          <a:xfrm>
            <a:off x="1903446" y="2301438"/>
            <a:ext cx="10096468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Sicherheit der Daten und </a:t>
            </a:r>
            <a:r>
              <a:rPr lang="en-US" sz="1100" dirty="0" err="1">
                <a:solidFill>
                  <a:schemeClr val="tx1"/>
                </a:solidFill>
              </a:rPr>
              <a:t>Vermeidung</a:t>
            </a:r>
            <a:r>
              <a:rPr lang="en-US" sz="1100" dirty="0">
                <a:solidFill>
                  <a:schemeClr val="tx1"/>
                </a:solidFill>
              </a:rPr>
              <a:t> von </a:t>
            </a:r>
            <a:r>
              <a:rPr lang="en-US" sz="1100" dirty="0" err="1">
                <a:solidFill>
                  <a:schemeClr val="tx1"/>
                </a:solidFill>
              </a:rPr>
              <a:t>Überforderung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durch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unnötig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viele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Optionen</a:t>
            </a:r>
            <a:r>
              <a:rPr lang="en-US" sz="1100" dirty="0">
                <a:solidFill>
                  <a:schemeClr val="tx1"/>
                </a:solidFill>
              </a:rPr>
              <a:t>. Principle of least required privilege.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A73486A-0A42-6325-01A4-228426815203}"/>
              </a:ext>
            </a:extLst>
          </p:cNvPr>
          <p:cNvSpPr/>
          <p:nvPr/>
        </p:nvSpPr>
        <p:spPr>
          <a:xfrm>
            <a:off x="192088" y="3232207"/>
            <a:ext cx="1375453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5011F0E-3717-F098-B65E-ED436DF0D095}"/>
              </a:ext>
            </a:extLst>
          </p:cNvPr>
          <p:cNvSpPr/>
          <p:nvPr/>
        </p:nvSpPr>
        <p:spPr>
          <a:xfrm>
            <a:off x="1903444" y="3232207"/>
            <a:ext cx="10096468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BB76188-89D3-74F4-F0D9-A9B616007207}"/>
              </a:ext>
            </a:extLst>
          </p:cNvPr>
          <p:cNvSpPr/>
          <p:nvPr/>
        </p:nvSpPr>
        <p:spPr>
          <a:xfrm>
            <a:off x="192090" y="3694827"/>
            <a:ext cx="1375451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005B8DA-BB0C-9E20-9AEE-B972A8B92F94}"/>
              </a:ext>
            </a:extLst>
          </p:cNvPr>
          <p:cNvSpPr/>
          <p:nvPr/>
        </p:nvSpPr>
        <p:spPr>
          <a:xfrm>
            <a:off x="1903446" y="3694826"/>
            <a:ext cx="10096468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Die </a:t>
            </a:r>
            <a:r>
              <a:rPr lang="en-US" sz="1100" dirty="0" err="1">
                <a:solidFill>
                  <a:schemeClr val="tx1"/>
                </a:solidFill>
              </a:rPr>
              <a:t>Konten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sind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passwortgeschützt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mit</a:t>
            </a:r>
            <a:r>
              <a:rPr lang="en-US" sz="1100" dirty="0">
                <a:solidFill>
                  <a:schemeClr val="tx1"/>
                </a:solidFill>
              </a:rPr>
              <a:t> den </a:t>
            </a:r>
            <a:r>
              <a:rPr lang="en-US" sz="1100" dirty="0" err="1">
                <a:solidFill>
                  <a:schemeClr val="tx1"/>
                </a:solidFill>
              </a:rPr>
              <a:t>entsprechenden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Berechtigungen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ausgestattet</a:t>
            </a:r>
            <a:r>
              <a:rPr lang="en-US" sz="1100" dirty="0">
                <a:solidFill>
                  <a:schemeClr val="tx1"/>
                </a:solidFill>
              </a:rPr>
              <a:t>. Es </a:t>
            </a:r>
            <a:r>
              <a:rPr lang="en-US" sz="1100" dirty="0" err="1">
                <a:solidFill>
                  <a:schemeClr val="tx1"/>
                </a:solidFill>
              </a:rPr>
              <a:t>gibt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mindestens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Administrationskonto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E30B85C-182C-B01B-A404-07DA6727B760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AE2420E3-4D7A-C81B-F081-6F10F27E26AE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9201EE11-2D3D-CB63-18E4-7D4812906E92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050" dirty="0">
                <a:solidFill>
                  <a:schemeClr val="tx1"/>
                </a:solidFill>
              </a:rPr>
              <a:t>Hoch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316FB99-7A2E-CB39-7A1D-7F63DC6BCE64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-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0283704-3184-7A24-89B9-3C9E011BAFEF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Anforderungsbeschreibung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130BCB5-B097-92E4-F91B-53BC62BA00F3}"/>
              </a:ext>
            </a:extLst>
          </p:cNvPr>
          <p:cNvSpPr/>
          <p:nvPr/>
        </p:nvSpPr>
        <p:spPr>
          <a:xfrm>
            <a:off x="192086" y="6021388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  <a:r>
              <a:rPr lang="de-DE" sz="1100" b="1" dirty="0">
                <a:solidFill>
                  <a:schemeClr val="tx1"/>
                </a:solidFill>
              </a:rPr>
              <a:t> </a:t>
            </a:r>
            <a:r>
              <a:rPr lang="de-DE" sz="1100" dirty="0">
                <a:solidFill>
                  <a:schemeClr val="tx1"/>
                </a:solidFill>
              </a:rPr>
              <a:t>Erstellt 02.11.2025, bearbeitet: -, </a:t>
            </a:r>
            <a:r>
              <a:rPr lang="de-DE" sz="1100" dirty="0" err="1">
                <a:solidFill>
                  <a:schemeClr val="tx1"/>
                </a:solidFill>
              </a:rPr>
              <a:t>letzte:r</a:t>
            </a:r>
            <a:r>
              <a:rPr lang="de-DE" sz="1100" dirty="0">
                <a:solidFill>
                  <a:schemeClr val="tx1"/>
                </a:solidFill>
              </a:rPr>
              <a:t> </a:t>
            </a:r>
            <a:r>
              <a:rPr lang="de-DE" sz="1100" dirty="0" err="1">
                <a:solidFill>
                  <a:schemeClr val="tx1"/>
                </a:solidFill>
              </a:rPr>
              <a:t>Bearbeiter:in</a:t>
            </a:r>
            <a:r>
              <a:rPr lang="de-DE" sz="1100" dirty="0">
                <a:solidFill>
                  <a:schemeClr val="tx1"/>
                </a:solidFill>
              </a:rPr>
              <a:t> Anton Schmierer</a:t>
            </a:r>
          </a:p>
        </p:txBody>
      </p:sp>
    </p:spTree>
    <p:extLst>
      <p:ext uri="{BB962C8B-B14F-4D97-AF65-F5344CB8AC3E}">
        <p14:creationId xmlns:p14="http://schemas.microsoft.com/office/powerpoint/2010/main" val="28960092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5151D-EDAF-9401-F91E-7F352099F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00C1D0B-B467-5948-C622-835FFEE33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2. Non-Functional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1D282D5-4954-C473-A622-74E78E5BFE57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NR-01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CC41686-ED32-1541-B38B-03EE9A0E25FC}"/>
              </a:ext>
            </a:extLst>
          </p:cNvPr>
          <p:cNvSpPr/>
          <p:nvPr/>
        </p:nvSpPr>
        <p:spPr>
          <a:xfrm>
            <a:off x="4277517" y="910844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Non-Functional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56B961D-F51D-6F4C-A1F9-B09D60081259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Event/BUC/PUC#: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DCF8D9F-C00F-220D-1FE5-10B55DE47164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C1286C7-C68F-5F16-0D9B-1DBA4D2E3D45}"/>
              </a:ext>
            </a:extLst>
          </p:cNvPr>
          <p:cNvSpPr/>
          <p:nvPr/>
        </p:nvSpPr>
        <p:spPr>
          <a:xfrm>
            <a:off x="1903446" y="1370669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Das System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barrierearme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Benutzeroberfläche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bereitstellen</a:t>
            </a:r>
            <a:r>
              <a:rPr lang="en-US" sz="1100" dirty="0">
                <a:solidFill>
                  <a:schemeClr val="tx1"/>
                </a:solidFill>
              </a:rPr>
              <a:t>- </a:t>
            </a:r>
            <a:r>
              <a:rPr lang="en-US" sz="1100" dirty="0" err="1">
                <a:solidFill>
                  <a:schemeClr val="tx1"/>
                </a:solidFill>
              </a:rPr>
              <a:t>Diese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ohne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technische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Vorkenntnisse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bedienbar</a:t>
            </a:r>
            <a:r>
              <a:rPr lang="en-US" sz="1100" dirty="0">
                <a:solidFill>
                  <a:schemeClr val="tx1"/>
                </a:solidFill>
              </a:rPr>
              <a:t> sein. </a:t>
            </a:r>
            <a:r>
              <a:rPr lang="en-US" sz="1100" dirty="0" err="1">
                <a:solidFill>
                  <a:schemeClr val="tx1"/>
                </a:solidFill>
              </a:rPr>
              <a:t>Nutzer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Funktionen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wie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Datenerfassung</a:t>
            </a:r>
            <a:r>
              <a:rPr lang="en-US" sz="1100" dirty="0">
                <a:solidFill>
                  <a:schemeClr val="tx1"/>
                </a:solidFill>
              </a:rPr>
              <a:t>, </a:t>
            </a:r>
            <a:r>
              <a:rPr lang="en-US" sz="1100" dirty="0" err="1">
                <a:solidFill>
                  <a:schemeClr val="tx1"/>
                </a:solidFill>
              </a:rPr>
              <a:t>Bearbeitung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Statistikausgabe</a:t>
            </a:r>
            <a:r>
              <a:rPr lang="en-US" sz="1100" dirty="0">
                <a:solidFill>
                  <a:schemeClr val="tx1"/>
                </a:solidFill>
              </a:rPr>
              <a:t> Leicht verstehen </a:t>
            </a:r>
            <a:r>
              <a:rPr lang="en-US" sz="1100" dirty="0" err="1">
                <a:solidFill>
                  <a:schemeClr val="tx1"/>
                </a:solidFill>
              </a:rPr>
              <a:t>können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5210C88F-9D7A-4519-D08F-BC808ADF718C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D0FFC1E-8967-7C12-A88E-CE3F989EE207}"/>
              </a:ext>
            </a:extLst>
          </p:cNvPr>
          <p:cNvSpPr/>
          <p:nvPr/>
        </p:nvSpPr>
        <p:spPr>
          <a:xfrm>
            <a:off x="1903448" y="2301438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Eine </a:t>
            </a:r>
            <a:r>
              <a:rPr lang="en-US" sz="1100" dirty="0" err="1">
                <a:solidFill>
                  <a:schemeClr val="tx1"/>
                </a:solidFill>
              </a:rPr>
              <a:t>einfache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Bedienung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entscheidend</a:t>
            </a:r>
            <a:r>
              <a:rPr lang="en-US" sz="1100" dirty="0">
                <a:solidFill>
                  <a:schemeClr val="tx1"/>
                </a:solidFill>
              </a:rPr>
              <a:t>, um </a:t>
            </a:r>
            <a:r>
              <a:rPr lang="en-US" sz="1100" dirty="0" err="1">
                <a:solidFill>
                  <a:schemeClr val="tx1"/>
                </a:solidFill>
              </a:rPr>
              <a:t>fehlerfreie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Nutzung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gewährleisten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B499BAB-54B0-190B-41B8-3ADB0D4BA76F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CFA62C9-9BD8-1E81-A223-56D80A9F9FB2}"/>
              </a:ext>
            </a:extLst>
          </p:cNvPr>
          <p:cNvSpPr/>
          <p:nvPr/>
        </p:nvSpPr>
        <p:spPr>
          <a:xfrm>
            <a:off x="1903446" y="3232207"/>
            <a:ext cx="100980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5B3141B-CD4D-DDFD-C419-44BABD53611E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EA3713F-729B-04C7-B7E5-83DBB5A34B0E}"/>
              </a:ext>
            </a:extLst>
          </p:cNvPr>
          <p:cNvSpPr/>
          <p:nvPr/>
        </p:nvSpPr>
        <p:spPr>
          <a:xfrm>
            <a:off x="1903448" y="3694826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u="sng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Eine </a:t>
            </a:r>
            <a:r>
              <a:rPr lang="en-US" sz="1100" dirty="0" err="1">
                <a:solidFill>
                  <a:schemeClr val="tx1"/>
                </a:solidFill>
              </a:rPr>
              <a:t>neue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Nutzer</a:t>
            </a:r>
            <a:r>
              <a:rPr lang="en-US" sz="1100" dirty="0">
                <a:solidFill>
                  <a:schemeClr val="tx1"/>
                </a:solidFill>
              </a:rPr>
              <a:t>*in </a:t>
            </a:r>
            <a:r>
              <a:rPr lang="en-US" sz="1100" dirty="0" err="1">
                <a:solidFill>
                  <a:schemeClr val="tx1"/>
                </a:solidFill>
              </a:rPr>
              <a:t>kann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innerhalb</a:t>
            </a:r>
            <a:r>
              <a:rPr lang="en-US" sz="1100" dirty="0">
                <a:solidFill>
                  <a:schemeClr val="tx1"/>
                </a:solidFill>
              </a:rPr>
              <a:t> von </a:t>
            </a:r>
            <a:r>
              <a:rPr lang="en-US" sz="1100" dirty="0" err="1">
                <a:solidFill>
                  <a:schemeClr val="tx1"/>
                </a:solidFill>
              </a:rPr>
              <a:t>wenigen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Minuten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Anfrage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vollständig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erfassen</a:t>
            </a:r>
            <a:r>
              <a:rPr lang="en-US" sz="1100" dirty="0">
                <a:solidFill>
                  <a:schemeClr val="tx1"/>
                </a:solidFill>
              </a:rPr>
              <a:t>. Die </a:t>
            </a:r>
            <a:r>
              <a:rPr lang="en-US" sz="1100" dirty="0" err="1">
                <a:solidFill>
                  <a:schemeClr val="tx1"/>
                </a:solidFill>
              </a:rPr>
              <a:t>Oberfläche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soll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als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intuitiv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verständlich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wahrgenommen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  <a:r>
              <a:rPr lang="en-US" sz="1100" dirty="0" err="1">
                <a:solidFill>
                  <a:schemeClr val="tx1"/>
                </a:solidFill>
              </a:rPr>
              <a:t>Schriftgröße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Kontrast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sind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einstellbar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BF66F1C-F3F0-6207-6D6C-D7D327A8FC3B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Schnelle Einführung ohne Schulungsaufwand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C35DC875-2562-1A44-A2D2-2B03E097E088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Wenn die Oberfläche zu komplex ist, wird sie nicht gerne genutzt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4BE4F8F-8C82-1E22-A77E-1A39EBD6F4B1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E43B6525-5DD7-A335-6AF1-9D22F4E70BE3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Höhere Barrierefreiheit kann die Designfreiheit einschränken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767AA3C-7BA7-BCCD-1823-6957F385573B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Projektbeschreibung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BEE69BB-E5CD-6491-43F9-7B7EBF604529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01.11.</a:t>
            </a:r>
          </a:p>
        </p:txBody>
      </p:sp>
    </p:spTree>
    <p:extLst>
      <p:ext uri="{BB962C8B-B14F-4D97-AF65-F5344CB8AC3E}">
        <p14:creationId xmlns:p14="http://schemas.microsoft.com/office/powerpoint/2010/main" val="31984722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65AC0-B9A0-584B-D2F4-5088B60A5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25EA179-39C2-A972-3723-70D321546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2. Non-Functional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3D599D6-C41F-1508-6732-74CF3E45437B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</a:t>
            </a:r>
            <a:r>
              <a:rPr lang="en-US" sz="1600" b="1">
                <a:solidFill>
                  <a:schemeClr val="tx1"/>
                </a:solidFill>
              </a:rPr>
              <a:t>#: NR-2</a:t>
            </a:r>
            <a:endParaRPr lang="en-US" sz="1600" b="1" dirty="0">
              <a:solidFill>
                <a:schemeClr val="tx1"/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DACCF2E-CC35-E703-AF79-E23A249B1DF0}"/>
              </a:ext>
            </a:extLst>
          </p:cNvPr>
          <p:cNvSpPr/>
          <p:nvPr/>
        </p:nvSpPr>
        <p:spPr>
          <a:xfrm>
            <a:off x="4277517" y="910844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Non-Functional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23A1031F-21FC-58B7-4BF1-D2C662B14074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Event/BUC/PUC#: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6A6DF3F-5666-6FF0-0FA7-FBAB2B1CA5E1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25C52F3-9F06-D600-8402-6801DD2D20C8}"/>
              </a:ext>
            </a:extLst>
          </p:cNvPr>
          <p:cNvSpPr/>
          <p:nvPr/>
        </p:nvSpPr>
        <p:spPr>
          <a:xfrm>
            <a:off x="1903446" y="1370669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Es </a:t>
            </a:r>
            <a:r>
              <a:rPr lang="en-US" sz="1100" dirty="0" err="1">
                <a:solidFill>
                  <a:schemeClr val="tx1"/>
                </a:solidFill>
              </a:rPr>
              <a:t>gibt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Benutzer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innenhandbuch</a:t>
            </a:r>
            <a:r>
              <a:rPr lang="en-US" sz="1100" dirty="0">
                <a:solidFill>
                  <a:schemeClr val="tx1"/>
                </a:solidFill>
              </a:rPr>
              <a:t>, das die </a:t>
            </a:r>
            <a:r>
              <a:rPr lang="en-US" sz="1100" dirty="0" err="1">
                <a:solidFill>
                  <a:schemeClr val="tx1"/>
                </a:solidFill>
              </a:rPr>
              <a:t>einzelnen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Funktionen</a:t>
            </a:r>
            <a:r>
              <a:rPr lang="en-US" sz="1100" dirty="0">
                <a:solidFill>
                  <a:schemeClr val="tx1"/>
                </a:solidFill>
              </a:rPr>
              <a:t> der Software </a:t>
            </a:r>
            <a:r>
              <a:rPr lang="en-US" sz="1100" dirty="0" err="1">
                <a:solidFill>
                  <a:schemeClr val="tx1"/>
                </a:solidFill>
              </a:rPr>
              <a:t>verständlich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erklärt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275687E-4C97-02E1-5B0A-7FC451E99F8A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152A41D-2DBE-F6ED-FF7D-D95B71304EF2}"/>
              </a:ext>
            </a:extLst>
          </p:cNvPr>
          <p:cNvSpPr/>
          <p:nvPr/>
        </p:nvSpPr>
        <p:spPr>
          <a:xfrm>
            <a:off x="1903448" y="2301438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Eine </a:t>
            </a:r>
            <a:r>
              <a:rPr lang="en-US" sz="1100" dirty="0" err="1">
                <a:solidFill>
                  <a:schemeClr val="tx1"/>
                </a:solidFill>
              </a:rPr>
              <a:t>einfache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Bedienung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entscheidend</a:t>
            </a:r>
            <a:r>
              <a:rPr lang="en-US" sz="1100" dirty="0">
                <a:solidFill>
                  <a:schemeClr val="tx1"/>
                </a:solidFill>
              </a:rPr>
              <a:t>, um </a:t>
            </a:r>
            <a:r>
              <a:rPr lang="en-US" sz="1100" dirty="0" err="1">
                <a:solidFill>
                  <a:schemeClr val="tx1"/>
                </a:solidFill>
              </a:rPr>
              <a:t>fehlerfreie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Nutzung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gewährleisten</a:t>
            </a:r>
            <a:r>
              <a:rPr lang="en-US" sz="1100" dirty="0">
                <a:solidFill>
                  <a:schemeClr val="tx1"/>
                </a:solidFill>
              </a:rPr>
              <a:t>. Dazu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Erklärung</a:t>
            </a:r>
            <a:r>
              <a:rPr lang="en-US" sz="1100" dirty="0">
                <a:solidFill>
                  <a:schemeClr val="tx1"/>
                </a:solidFill>
              </a:rPr>
              <a:t> der </a:t>
            </a:r>
            <a:r>
              <a:rPr lang="en-US" sz="1100" dirty="0" err="1">
                <a:solidFill>
                  <a:schemeClr val="tx1"/>
                </a:solidFill>
              </a:rPr>
              <a:t>Funktionsweise</a:t>
            </a:r>
            <a:r>
              <a:rPr lang="en-US" sz="1100" dirty="0">
                <a:solidFill>
                  <a:schemeClr val="tx1"/>
                </a:solidFill>
              </a:rPr>
              <a:t> der Software </a:t>
            </a:r>
            <a:r>
              <a:rPr lang="en-US" sz="1100" dirty="0" err="1">
                <a:solidFill>
                  <a:schemeClr val="tx1"/>
                </a:solidFill>
              </a:rPr>
              <a:t>sehr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wichtig</a:t>
            </a:r>
            <a:r>
              <a:rPr lang="en-US" sz="11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ED89D66E-6792-3823-ED12-4400AFB4B2CF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EDCA188-BAF5-D0C3-EF94-A06DF875150A}"/>
              </a:ext>
            </a:extLst>
          </p:cNvPr>
          <p:cNvSpPr/>
          <p:nvPr/>
        </p:nvSpPr>
        <p:spPr>
          <a:xfrm>
            <a:off x="1903446" y="3232207"/>
            <a:ext cx="100980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6D54DF4-EF7A-0259-382C-3246A74B1F10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5917989A-AC49-5190-B8C3-A2231234889E}"/>
              </a:ext>
            </a:extLst>
          </p:cNvPr>
          <p:cNvSpPr/>
          <p:nvPr/>
        </p:nvSpPr>
        <p:spPr>
          <a:xfrm>
            <a:off x="1903448" y="3694826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u="sng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Das </a:t>
            </a:r>
            <a:r>
              <a:rPr lang="en-US" sz="1100" dirty="0" err="1">
                <a:solidFill>
                  <a:schemeClr val="tx1"/>
                </a:solidFill>
              </a:rPr>
              <a:t>Benutzer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Handbuch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vorhanden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erklärt</a:t>
            </a:r>
            <a:r>
              <a:rPr lang="en-US" sz="1100" dirty="0">
                <a:solidFill>
                  <a:schemeClr val="tx1"/>
                </a:solidFill>
              </a:rPr>
              <a:t> die </a:t>
            </a:r>
            <a:r>
              <a:rPr lang="en-US" sz="1100" dirty="0" err="1">
                <a:solidFill>
                  <a:schemeClr val="tx1"/>
                </a:solidFill>
              </a:rPr>
              <a:t>Funktionen</a:t>
            </a:r>
            <a:r>
              <a:rPr lang="en-US" sz="1100" dirty="0">
                <a:solidFill>
                  <a:schemeClr val="tx1"/>
                </a:solidFill>
              </a:rPr>
              <a:t> der Software </a:t>
            </a:r>
            <a:r>
              <a:rPr lang="en-US" sz="1100" dirty="0" err="1">
                <a:solidFill>
                  <a:schemeClr val="tx1"/>
                </a:solidFill>
              </a:rPr>
              <a:t>verständlich</a:t>
            </a:r>
            <a:r>
              <a:rPr lang="en-US" sz="1100" dirty="0">
                <a:solidFill>
                  <a:schemeClr val="tx1"/>
                </a:solidFill>
              </a:rPr>
              <a:t>, so </a:t>
            </a:r>
            <a:r>
              <a:rPr lang="en-US" sz="1100" dirty="0" err="1">
                <a:solidFill>
                  <a:schemeClr val="tx1"/>
                </a:solidFill>
              </a:rPr>
              <a:t>dass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zum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Erlernen</a:t>
            </a:r>
            <a:r>
              <a:rPr lang="en-US" sz="1100" dirty="0">
                <a:solidFill>
                  <a:schemeClr val="tx1"/>
                </a:solidFill>
              </a:rPr>
              <a:t> der </a:t>
            </a:r>
            <a:r>
              <a:rPr lang="en-US" sz="1100" dirty="0" err="1">
                <a:solidFill>
                  <a:schemeClr val="tx1"/>
                </a:solidFill>
              </a:rPr>
              <a:t>korrekten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Nutzung</a:t>
            </a:r>
            <a:r>
              <a:rPr lang="en-US" sz="1100" dirty="0">
                <a:solidFill>
                  <a:schemeClr val="tx1"/>
                </a:solidFill>
              </a:rPr>
              <a:t> der Software </a:t>
            </a:r>
            <a:r>
              <a:rPr lang="en-US" sz="1100" dirty="0" err="1">
                <a:solidFill>
                  <a:schemeClr val="tx1"/>
                </a:solidFill>
              </a:rPr>
              <a:t>nur</a:t>
            </a:r>
            <a:r>
              <a:rPr lang="en-US" sz="1100" dirty="0">
                <a:solidFill>
                  <a:schemeClr val="tx1"/>
                </a:solidFill>
              </a:rPr>
              <a:t> das </a:t>
            </a:r>
            <a:r>
              <a:rPr lang="en-US" sz="1100" dirty="0" err="1">
                <a:solidFill>
                  <a:schemeClr val="tx1"/>
                </a:solidFill>
              </a:rPr>
              <a:t>Benutzer</a:t>
            </a:r>
            <a:r>
              <a:rPr lang="en-US" sz="1100" dirty="0">
                <a:solidFill>
                  <a:schemeClr val="tx1"/>
                </a:solidFill>
              </a:rPr>
              <a:t>*</a:t>
            </a:r>
            <a:r>
              <a:rPr lang="en-US" sz="1100" dirty="0" err="1">
                <a:solidFill>
                  <a:schemeClr val="tx1"/>
                </a:solidFill>
              </a:rPr>
              <a:t>innenhandbuch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nötig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B2CD919-00AE-CB18-B1E7-62874B211899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0C3C467-7236-73BC-2AEF-EC174F75747A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5DE574E-5926-950D-708A-BCA465D781DD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C3B4822-ABDA-A835-CF63-3B64F8C04BA3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-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4F674478-86F4-4664-94DC-7C497D4DB8C2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Projektbeschreibung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F1322A1A-71DE-C7B6-C853-009C947D05D6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Erstellt 02.11.2025, bearbeitet: -, </a:t>
            </a:r>
            <a:r>
              <a:rPr lang="de-DE" sz="1100" dirty="0" err="1">
                <a:solidFill>
                  <a:schemeClr val="tx1"/>
                </a:solidFill>
              </a:rPr>
              <a:t>letzte:r</a:t>
            </a:r>
            <a:r>
              <a:rPr lang="de-DE" sz="1100" dirty="0">
                <a:solidFill>
                  <a:schemeClr val="tx1"/>
                </a:solidFill>
              </a:rPr>
              <a:t> </a:t>
            </a:r>
            <a:r>
              <a:rPr lang="de-DE" sz="1100" dirty="0" err="1">
                <a:solidFill>
                  <a:schemeClr val="tx1"/>
                </a:solidFill>
              </a:rPr>
              <a:t>Bearbeiter:in</a:t>
            </a:r>
            <a:r>
              <a:rPr lang="de-DE" sz="1100" dirty="0">
                <a:solidFill>
                  <a:schemeClr val="tx1"/>
                </a:solidFill>
              </a:rPr>
              <a:t> Anton Schmierer</a:t>
            </a:r>
          </a:p>
        </p:txBody>
      </p:sp>
    </p:spTree>
    <p:extLst>
      <p:ext uri="{BB962C8B-B14F-4D97-AF65-F5344CB8AC3E}">
        <p14:creationId xmlns:p14="http://schemas.microsoft.com/office/powerpoint/2010/main" val="1755105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CA59E-88BB-1DAB-213C-BEB6F526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8192BECA-E3B9-7D49-EBED-AAEAF88E4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2. Non-Functional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89A73F2-2801-FBCF-4B5D-70F764092014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NR-3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73591F4-BF62-23BE-E195-DE9354511EFC}"/>
              </a:ext>
            </a:extLst>
          </p:cNvPr>
          <p:cNvSpPr/>
          <p:nvPr/>
        </p:nvSpPr>
        <p:spPr>
          <a:xfrm>
            <a:off x="4277517" y="910844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Non-Functional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1D4803-38F2-FF72-6CB2-554CDDD744BC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Event/BUC/PUC#: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0240121-078D-BCE4-E316-FD2B093AB97B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373384F-5104-B9D9-60BD-711A05C600CA}"/>
              </a:ext>
            </a:extLst>
          </p:cNvPr>
          <p:cNvSpPr/>
          <p:nvPr/>
        </p:nvSpPr>
        <p:spPr>
          <a:xfrm>
            <a:off x="1903446" y="1370669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err="1">
                <a:solidFill>
                  <a:schemeClr val="tx1"/>
                </a:solidFill>
              </a:rPr>
              <a:t>Gesetzliche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Anforderungen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bzgl</a:t>
            </a:r>
            <a:r>
              <a:rPr lang="en-US" sz="1100" dirty="0">
                <a:solidFill>
                  <a:schemeClr val="tx1"/>
                </a:solidFill>
              </a:rPr>
              <a:t>. DSGVO/</a:t>
            </a:r>
            <a:r>
              <a:rPr lang="en-US" sz="1100" dirty="0" err="1">
                <a:solidFill>
                  <a:schemeClr val="tx1"/>
                </a:solidFill>
              </a:rPr>
              <a:t>Datensicherheit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erfüllt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2AA8EAC-532A-85E8-92ED-52EF338B7387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1B71887-D901-C89C-25FD-614270E12F3F}"/>
              </a:ext>
            </a:extLst>
          </p:cNvPr>
          <p:cNvSpPr/>
          <p:nvPr/>
        </p:nvSpPr>
        <p:spPr>
          <a:xfrm>
            <a:off x="1903448" y="2301438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err="1">
                <a:solidFill>
                  <a:schemeClr val="tx1"/>
                </a:solidFill>
              </a:rPr>
              <a:t>Gesetzliche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Anforderungen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müssen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erfüllt</a:t>
            </a:r>
            <a:r>
              <a:rPr lang="en-US" sz="1100" dirty="0">
                <a:solidFill>
                  <a:schemeClr val="tx1"/>
                </a:solidFill>
              </a:rPr>
              <a:t> und sensible Daten </a:t>
            </a:r>
            <a:r>
              <a:rPr lang="en-US" sz="1100" dirty="0" err="1">
                <a:solidFill>
                  <a:schemeClr val="tx1"/>
                </a:solidFill>
              </a:rPr>
              <a:t>vor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unberechtigtem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Zugriff</a:t>
            </a:r>
            <a:r>
              <a:rPr lang="en-US" sz="1100" dirty="0">
                <a:solidFill>
                  <a:schemeClr val="tx1"/>
                </a:solidFill>
              </a:rPr>
              <a:t> Dritter </a:t>
            </a:r>
            <a:r>
              <a:rPr lang="en-US" sz="1100" dirty="0" err="1">
                <a:solidFill>
                  <a:schemeClr val="tx1"/>
                </a:solidFill>
              </a:rPr>
              <a:t>geschützt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werden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5230260-2AC9-FE62-CE2A-DAE5C7A84AC9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483AD82-0EA0-A3D1-F533-62463BD9B83D}"/>
              </a:ext>
            </a:extLst>
          </p:cNvPr>
          <p:cNvSpPr/>
          <p:nvPr/>
        </p:nvSpPr>
        <p:spPr>
          <a:xfrm>
            <a:off x="1903446" y="3232207"/>
            <a:ext cx="100980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</a:rPr>
              <a:t>*</a:t>
            </a:r>
            <a:r>
              <a:rPr lang="en-US" sz="1100" dirty="0" err="1">
                <a:solidFill>
                  <a:schemeClr val="tx1"/>
                </a:solidFill>
                <a:highlight>
                  <a:srgbClr val="FFFF00"/>
                </a:highlight>
              </a:rPr>
              <a:t>innen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</a:rPr>
              <a:t> </a:t>
            </a:r>
            <a:r>
              <a:rPr lang="en-US" sz="1100" dirty="0">
                <a:solidFill>
                  <a:schemeClr val="tx1"/>
                </a:solidFill>
              </a:rPr>
              <a:t>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CBBE041E-C98C-4C96-C50D-2F0A09F3AEC8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5831FE4-0778-29AB-06B3-E33B4023542D}"/>
              </a:ext>
            </a:extLst>
          </p:cNvPr>
          <p:cNvSpPr/>
          <p:nvPr/>
        </p:nvSpPr>
        <p:spPr>
          <a:xfrm>
            <a:off x="1903448" y="3694826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u="sng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Die Software </a:t>
            </a:r>
            <a:r>
              <a:rPr lang="en-US" sz="1100" dirty="0" err="1">
                <a:solidFill>
                  <a:schemeClr val="tx1"/>
                </a:solidFill>
              </a:rPr>
              <a:t>ist</a:t>
            </a:r>
            <a:r>
              <a:rPr lang="en-US" sz="1100" dirty="0">
                <a:solidFill>
                  <a:schemeClr val="tx1"/>
                </a:solidFill>
              </a:rPr>
              <a:t> DSGVO-</a:t>
            </a:r>
            <a:r>
              <a:rPr lang="en-US" sz="1100" dirty="0" err="1">
                <a:solidFill>
                  <a:schemeClr val="tx1"/>
                </a:solidFill>
              </a:rPr>
              <a:t>konform</a:t>
            </a:r>
            <a:r>
              <a:rPr lang="en-US" sz="1100" dirty="0">
                <a:solidFill>
                  <a:schemeClr val="tx1"/>
                </a:solidFill>
              </a:rPr>
              <a:t>. Der </a:t>
            </a:r>
            <a:r>
              <a:rPr lang="en-US" sz="1100" dirty="0" err="1">
                <a:solidFill>
                  <a:schemeClr val="tx1"/>
                </a:solidFill>
              </a:rPr>
              <a:t>unberechtigte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Zugriff</a:t>
            </a:r>
            <a:r>
              <a:rPr lang="en-US" sz="1100" dirty="0">
                <a:solidFill>
                  <a:schemeClr val="tx1"/>
                </a:solidFill>
              </a:rPr>
              <a:t> auf die Daten </a:t>
            </a:r>
            <a:r>
              <a:rPr lang="en-US" sz="1100" dirty="0" err="1">
                <a:solidFill>
                  <a:schemeClr val="tx1"/>
                </a:solidFill>
              </a:rPr>
              <a:t>durch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Dritte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wird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durch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  <a:highlight>
                  <a:srgbClr val="FFFF00"/>
                </a:highlight>
              </a:rPr>
              <a:t>Verschlüsselung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</a:rPr>
              <a:t> (?)</a:t>
            </a:r>
            <a:r>
              <a:rPr lang="en-US" sz="1100" dirty="0">
                <a:solidFill>
                  <a:schemeClr val="tx1"/>
                </a:solidFill>
              </a:rPr>
              <a:t> und </a:t>
            </a:r>
            <a:r>
              <a:rPr lang="en-US" sz="1100" dirty="0" err="1">
                <a:solidFill>
                  <a:schemeClr val="tx1"/>
                </a:solidFill>
              </a:rPr>
              <a:t>Passwortschutz</a:t>
            </a:r>
            <a:r>
              <a:rPr lang="en-US" sz="1100" dirty="0">
                <a:solidFill>
                  <a:schemeClr val="tx1"/>
                </a:solidFill>
              </a:rPr>
              <a:t> der </a:t>
            </a:r>
            <a:r>
              <a:rPr lang="en-US" sz="1100" dirty="0" err="1">
                <a:solidFill>
                  <a:schemeClr val="tx1"/>
                </a:solidFill>
              </a:rPr>
              <a:t>zugreifenden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Konten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unterbunden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  <a:r>
              <a:rPr lang="en-US" sz="1100" dirty="0">
                <a:solidFill>
                  <a:schemeClr val="tx1"/>
                </a:solidFill>
                <a:highlight>
                  <a:srgbClr val="FFFF00"/>
                </a:highlight>
              </a:rPr>
              <a:t> 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7E54AF16-B37A-C8CD-4097-01E390952846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13DEABC4-F927-7430-C34E-A95EFE700E9E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71FE1A2-3F91-3C41-3A17-68A3E769064B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795D51B-2222-923F-151D-87599B6D750A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-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BCA10D7-2C6C-B223-1DDA-6FB870CC1889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Projektbeschreibung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982DAF1-6525-8FA8-CF56-A9A32A0A4C2A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Erstellt 02.11.2025, bearbeitet: -, </a:t>
            </a:r>
            <a:r>
              <a:rPr lang="de-DE" sz="1100" dirty="0" err="1">
                <a:solidFill>
                  <a:schemeClr val="tx1"/>
                </a:solidFill>
              </a:rPr>
              <a:t>letzte</a:t>
            </a:r>
            <a:r>
              <a:rPr lang="de-DE" sz="1100" dirty="0" err="1">
                <a:solidFill>
                  <a:schemeClr val="tx1"/>
                </a:solidFill>
                <a:highlight>
                  <a:srgbClr val="FFFF00"/>
                </a:highlight>
              </a:rPr>
              <a:t>:r</a:t>
            </a:r>
            <a:r>
              <a:rPr lang="de-DE" sz="1100" dirty="0">
                <a:solidFill>
                  <a:schemeClr val="tx1"/>
                </a:solidFill>
                <a:highlight>
                  <a:srgbClr val="FFFF00"/>
                </a:highlight>
              </a:rPr>
              <a:t> </a:t>
            </a:r>
            <a:r>
              <a:rPr lang="de-DE" sz="1100" dirty="0" err="1">
                <a:solidFill>
                  <a:schemeClr val="tx1"/>
                </a:solidFill>
              </a:rPr>
              <a:t>Bearbeiter:in</a:t>
            </a:r>
            <a:r>
              <a:rPr lang="de-DE" sz="1100" dirty="0">
                <a:solidFill>
                  <a:schemeClr val="tx1"/>
                </a:solidFill>
              </a:rPr>
              <a:t> Anton Schmierer</a:t>
            </a:r>
          </a:p>
        </p:txBody>
      </p:sp>
    </p:spTree>
    <p:extLst>
      <p:ext uri="{BB962C8B-B14F-4D97-AF65-F5344CB8AC3E}">
        <p14:creationId xmlns:p14="http://schemas.microsoft.com/office/powerpoint/2010/main" val="22342770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D0985-37BE-576C-80D6-DE9F3797F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AB2D620-405A-EC8E-DD75-347BAE470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025" y="152400"/>
            <a:ext cx="10656888" cy="468314"/>
          </a:xfrm>
        </p:spPr>
        <p:txBody>
          <a:bodyPr>
            <a:normAutofit/>
          </a:bodyPr>
          <a:lstStyle/>
          <a:p>
            <a:r>
              <a:rPr lang="en-US" dirty="0"/>
              <a:t>2. Non-Functional Requirements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773143C-66A5-5095-8D49-18C8F806AD35}"/>
              </a:ext>
            </a:extLst>
          </p:cNvPr>
          <p:cNvSpPr/>
          <p:nvPr/>
        </p:nvSpPr>
        <p:spPr>
          <a:xfrm>
            <a:off x="192088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#: NR-4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7FD1D43-6ACB-CEA1-67F9-77E92747ECDD}"/>
              </a:ext>
            </a:extLst>
          </p:cNvPr>
          <p:cNvSpPr/>
          <p:nvPr/>
        </p:nvSpPr>
        <p:spPr>
          <a:xfrm>
            <a:off x="4277517" y="910844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tx1"/>
                </a:solidFill>
              </a:rPr>
              <a:t>Requirement Type: Non-Functional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03274BE-7123-1B89-A787-412637B0699A}"/>
              </a:ext>
            </a:extLst>
          </p:cNvPr>
          <p:cNvSpPr/>
          <p:nvPr/>
        </p:nvSpPr>
        <p:spPr>
          <a:xfrm>
            <a:off x="8680450" y="908050"/>
            <a:ext cx="33194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Event/BUC/PUC#: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582C40B-E537-DA72-601C-5A434823FFAF}"/>
              </a:ext>
            </a:extLst>
          </p:cNvPr>
          <p:cNvSpPr/>
          <p:nvPr/>
        </p:nvSpPr>
        <p:spPr>
          <a:xfrm>
            <a:off x="192088" y="1370669"/>
            <a:ext cx="1375200" cy="324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Description: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4C1098F9-CF54-F1C6-E98E-460F7F5992C2}"/>
              </a:ext>
            </a:extLst>
          </p:cNvPr>
          <p:cNvSpPr/>
          <p:nvPr/>
        </p:nvSpPr>
        <p:spPr>
          <a:xfrm>
            <a:off x="1903446" y="1370669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System </a:t>
            </a:r>
            <a:r>
              <a:rPr lang="en-US" sz="1100" dirty="0" err="1">
                <a:solidFill>
                  <a:schemeClr val="tx1"/>
                </a:solidFill>
              </a:rPr>
              <a:t>reagiert</a:t>
            </a:r>
            <a:r>
              <a:rPr lang="en-US" sz="1100" dirty="0">
                <a:solidFill>
                  <a:schemeClr val="tx1"/>
                </a:solidFill>
              </a:rPr>
              <a:t> auf </a:t>
            </a:r>
            <a:r>
              <a:rPr lang="en-US" sz="1100" dirty="0" err="1">
                <a:solidFill>
                  <a:schemeClr val="tx1"/>
                </a:solidFill>
              </a:rPr>
              <a:t>mit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akzeptabler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Verzögerung</a:t>
            </a:r>
            <a:r>
              <a:rPr lang="en-US" sz="1100" dirty="0">
                <a:solidFill>
                  <a:schemeClr val="tx1"/>
                </a:solidFill>
              </a:rPr>
              <a:t> (</a:t>
            </a:r>
            <a:r>
              <a:rPr lang="de-DE" sz="1100" dirty="0">
                <a:solidFill>
                  <a:schemeClr val="tx1"/>
                </a:solidFill>
              </a:rPr>
              <a:t>z. B. &lt; 1 Sekunde beim Öffnen von Dropdowns, &lt; 3 Sekunden beim Laden von Filterergebnissen)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498A15D-B30B-04E0-5F1F-EE40BE371A0D}"/>
              </a:ext>
            </a:extLst>
          </p:cNvPr>
          <p:cNvSpPr/>
          <p:nvPr/>
        </p:nvSpPr>
        <p:spPr>
          <a:xfrm>
            <a:off x="192090" y="2301438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Rationale: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2D085C-DCFA-47B5-37CE-A7A19D692244}"/>
              </a:ext>
            </a:extLst>
          </p:cNvPr>
          <p:cNvSpPr/>
          <p:nvPr/>
        </p:nvSpPr>
        <p:spPr>
          <a:xfrm>
            <a:off x="1903448" y="2301438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Lange </a:t>
            </a:r>
            <a:r>
              <a:rPr lang="en-US" sz="1100" dirty="0" err="1">
                <a:solidFill>
                  <a:schemeClr val="tx1"/>
                </a:solidFill>
              </a:rPr>
              <a:t>Verzögerungen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sind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schädlich</a:t>
            </a:r>
            <a:r>
              <a:rPr lang="en-US" sz="1100" dirty="0">
                <a:solidFill>
                  <a:schemeClr val="tx1"/>
                </a:solidFill>
              </a:rPr>
              <a:t> für </a:t>
            </a:r>
            <a:r>
              <a:rPr lang="en-US" sz="1100" dirty="0" err="1">
                <a:solidFill>
                  <a:schemeClr val="tx1"/>
                </a:solidFill>
              </a:rPr>
              <a:t>eine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angenehme</a:t>
            </a:r>
            <a:r>
              <a:rPr lang="en-US" sz="1100" dirty="0">
                <a:solidFill>
                  <a:schemeClr val="tx1"/>
                </a:solidFill>
              </a:rPr>
              <a:t> </a:t>
            </a:r>
            <a:r>
              <a:rPr lang="en-US" sz="1100" dirty="0" err="1">
                <a:solidFill>
                  <a:schemeClr val="tx1"/>
                </a:solidFill>
              </a:rPr>
              <a:t>Benutzung</a:t>
            </a:r>
            <a:r>
              <a:rPr lang="en-US" sz="1100" dirty="0">
                <a:solidFill>
                  <a:schemeClr val="tx1"/>
                </a:solidFill>
              </a:rPr>
              <a:t> der Software. 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857963E-1E62-3528-F728-F3489224A47C}"/>
              </a:ext>
            </a:extLst>
          </p:cNvPr>
          <p:cNvSpPr/>
          <p:nvPr/>
        </p:nvSpPr>
        <p:spPr>
          <a:xfrm>
            <a:off x="192088" y="3232207"/>
            <a:ext cx="13752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Originator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26693E40-18D8-A0C3-0286-E099CE1B1563}"/>
              </a:ext>
            </a:extLst>
          </p:cNvPr>
          <p:cNvSpPr/>
          <p:nvPr/>
        </p:nvSpPr>
        <p:spPr>
          <a:xfrm>
            <a:off x="1903446" y="3232207"/>
            <a:ext cx="10098000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1"/>
                </a:solidFill>
              </a:rPr>
              <a:t>Mitarbeiter*</a:t>
            </a:r>
            <a:r>
              <a:rPr lang="en-US" sz="1100" dirty="0" err="1">
                <a:solidFill>
                  <a:schemeClr val="tx1"/>
                </a:solidFill>
              </a:rPr>
              <a:t>innen</a:t>
            </a:r>
            <a:r>
              <a:rPr lang="en-US" sz="1100" dirty="0">
                <a:solidFill>
                  <a:schemeClr val="tx1"/>
                </a:solidFill>
              </a:rPr>
              <a:t> des Bellis </a:t>
            </a:r>
            <a:r>
              <a:rPr lang="en-US" sz="1100" dirty="0" err="1">
                <a:solidFill>
                  <a:schemeClr val="tx1"/>
                </a:solidFill>
              </a:rPr>
              <a:t>e.V.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FAEA1AF0-5BAF-6E8B-AACB-AF795A8FFE8A}"/>
              </a:ext>
            </a:extLst>
          </p:cNvPr>
          <p:cNvSpPr/>
          <p:nvPr/>
        </p:nvSpPr>
        <p:spPr>
          <a:xfrm>
            <a:off x="192090" y="3694827"/>
            <a:ext cx="1375200" cy="324001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Fit </a:t>
            </a:r>
            <a:r>
              <a:rPr lang="de-DE" sz="1600" b="1" dirty="0" err="1">
                <a:solidFill>
                  <a:schemeClr val="tx1"/>
                </a:solidFill>
              </a:rPr>
              <a:t>Criterion</a:t>
            </a:r>
            <a:r>
              <a:rPr lang="de-DE" sz="1600" b="1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7A339CC-5FE3-1508-CAA7-423F45E1DD9D}"/>
              </a:ext>
            </a:extLst>
          </p:cNvPr>
          <p:cNvSpPr/>
          <p:nvPr/>
        </p:nvSpPr>
        <p:spPr>
          <a:xfrm>
            <a:off x="1903448" y="3694826"/>
            <a:ext cx="10098000" cy="79200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u="sng" dirty="0">
              <a:solidFill>
                <a:schemeClr val="tx1"/>
              </a:solidFill>
            </a:endParaRPr>
          </a:p>
          <a:p>
            <a:r>
              <a:rPr lang="de-DE" sz="1100" dirty="0">
                <a:solidFill>
                  <a:schemeClr val="tx1"/>
                </a:solidFill>
              </a:rPr>
              <a:t>&lt; 1 Sekunde beim Öffnen von Dropdowns, &lt; 3 Sekunden beim Laden von Filterergebnissen </a:t>
            </a:r>
            <a:endParaRPr lang="en-US" sz="1100" dirty="0">
              <a:solidFill>
                <a:schemeClr val="tx1"/>
              </a:solidFill>
            </a:endParaRPr>
          </a:p>
          <a:p>
            <a:endParaRPr lang="en-US" sz="1600" u="sng" dirty="0">
              <a:solidFill>
                <a:schemeClr val="tx1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CCD3C9A4-3E5D-8BD4-F669-D3CE4AA3D21D}"/>
              </a:ext>
            </a:extLst>
          </p:cNvPr>
          <p:cNvSpPr/>
          <p:nvPr/>
        </p:nvSpPr>
        <p:spPr>
          <a:xfrm>
            <a:off x="192088" y="462559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2B1E5B73-7563-0BC8-C130-9F0AD6FD6907}"/>
              </a:ext>
            </a:extLst>
          </p:cNvPr>
          <p:cNvSpPr/>
          <p:nvPr/>
        </p:nvSpPr>
        <p:spPr>
          <a:xfrm>
            <a:off x="6254749" y="462280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>
                <a:solidFill>
                  <a:schemeClr val="tx1"/>
                </a:solidFill>
              </a:rPr>
              <a:t>Customer </a:t>
            </a:r>
            <a:r>
              <a:rPr lang="de-DE" sz="1600" b="1" dirty="0" err="1">
                <a:solidFill>
                  <a:schemeClr val="tx1"/>
                </a:solidFill>
              </a:rPr>
              <a:t>Dissatisfaction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6480EFEB-66A7-EF5E-1800-5A49CD9BADBF}"/>
              </a:ext>
            </a:extLst>
          </p:cNvPr>
          <p:cNvSpPr/>
          <p:nvPr/>
        </p:nvSpPr>
        <p:spPr>
          <a:xfrm>
            <a:off x="192090" y="5088214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Priority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Hoch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90ABCA79-D8B0-3A58-4E54-1944A03946DE}"/>
              </a:ext>
            </a:extLst>
          </p:cNvPr>
          <p:cNvSpPr/>
          <p:nvPr/>
        </p:nvSpPr>
        <p:spPr>
          <a:xfrm>
            <a:off x="6254751" y="5086351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b="1" dirty="0" err="1">
                <a:solidFill>
                  <a:schemeClr val="tx1"/>
                </a:solidFill>
              </a:rPr>
              <a:t>Conflicts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-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324BDCB7-3869-21A7-2B33-2CB5551CC1B7}"/>
              </a:ext>
            </a:extLst>
          </p:cNvPr>
          <p:cNvSpPr/>
          <p:nvPr/>
        </p:nvSpPr>
        <p:spPr>
          <a:xfrm>
            <a:off x="192086" y="5550833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Supporting</a:t>
            </a:r>
            <a:r>
              <a:rPr lang="de-DE" sz="1600" b="1" dirty="0">
                <a:solidFill>
                  <a:schemeClr val="tx1"/>
                </a:solidFill>
              </a:rPr>
              <a:t> Materials: </a:t>
            </a:r>
            <a:r>
              <a:rPr lang="de-DE" sz="1100" dirty="0">
                <a:solidFill>
                  <a:schemeClr val="tx1"/>
                </a:solidFill>
              </a:rPr>
              <a:t>Projektbeschreibung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95E7D80-9674-2F9B-A3EC-8FA0715B648B}"/>
              </a:ext>
            </a:extLst>
          </p:cNvPr>
          <p:cNvSpPr/>
          <p:nvPr/>
        </p:nvSpPr>
        <p:spPr>
          <a:xfrm>
            <a:off x="192088" y="6013455"/>
            <a:ext cx="5745162" cy="3238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fontAlgn="auto">
              <a:spcAft>
                <a:spcPts val="0"/>
              </a:spcAft>
            </a:pPr>
            <a:r>
              <a:rPr lang="de-DE" sz="1600" b="1" dirty="0" err="1">
                <a:solidFill>
                  <a:schemeClr val="tx1"/>
                </a:solidFill>
              </a:rPr>
              <a:t>History</a:t>
            </a:r>
            <a:r>
              <a:rPr lang="de-DE" sz="1600" b="1" dirty="0">
                <a:solidFill>
                  <a:schemeClr val="tx1"/>
                </a:solidFill>
              </a:rPr>
              <a:t>: </a:t>
            </a:r>
            <a:r>
              <a:rPr lang="de-DE" sz="1100" dirty="0">
                <a:solidFill>
                  <a:schemeClr val="tx1"/>
                </a:solidFill>
              </a:rPr>
              <a:t>03.11</a:t>
            </a:r>
          </a:p>
        </p:txBody>
      </p:sp>
    </p:spTree>
    <p:extLst>
      <p:ext uri="{BB962C8B-B14F-4D97-AF65-F5344CB8AC3E}">
        <p14:creationId xmlns:p14="http://schemas.microsoft.com/office/powerpoint/2010/main" val="1417858501"/>
      </p:ext>
    </p:extLst>
  </p:cSld>
  <p:clrMapOvr>
    <a:masterClrMapping/>
  </p:clrMapOvr>
</p:sld>
</file>

<file path=ppt/theme/theme1.xml><?xml version="1.0" encoding="utf-8"?>
<a:theme xmlns:a="http://schemas.openxmlformats.org/drawingml/2006/main" name="TUC Startfolie">
  <a:themeElements>
    <a:clrScheme name="Benutzerdefiniert 1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4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4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äsentation4" id="{8E23E5B1-ED62-4819-9B36-298B6B0E6F18}" vid="{DB5A10D5-1650-48E2-8DB9-B470665AD63C}"/>
    </a:ext>
  </a:extLst>
</a:theme>
</file>

<file path=ppt/theme/theme2.xml><?xml version="1.0" encoding="utf-8"?>
<a:theme xmlns:a="http://schemas.openxmlformats.org/drawingml/2006/main" name="TUC Folgefolien ">
  <a:themeElements>
    <a:clrScheme name="Benutzerdefiniert 2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4" id="{8E23E5B1-ED62-4819-9B36-298B6B0E6F18}" vid="{AAFD04C6-EAA1-4087-BFE9-807DE0C284A0}"/>
    </a:ext>
  </a:extLst>
</a:theme>
</file>

<file path=ppt/theme/theme3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INFO_KH</Template>
  <TotalTime>0</TotalTime>
  <Words>1069</Words>
  <Application>Microsoft Office PowerPoint</Application>
  <PresentationFormat>Breitbild</PresentationFormat>
  <Paragraphs>170</Paragraphs>
  <Slides>10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Roboto</vt:lpstr>
      <vt:lpstr>Calibri</vt:lpstr>
      <vt:lpstr>Arial</vt:lpstr>
      <vt:lpstr>TUC Startfolie</vt:lpstr>
      <vt:lpstr>TUC Folgefolien </vt:lpstr>
      <vt:lpstr>Softwarepraktikum WS25/26   </vt:lpstr>
      <vt:lpstr>Gliederung</vt:lpstr>
      <vt:lpstr>Gliederung</vt:lpstr>
      <vt:lpstr>1. Functional Requirements</vt:lpstr>
      <vt:lpstr>1. Functional Requirements</vt:lpstr>
      <vt:lpstr>1. Functional Requirements</vt:lpstr>
      <vt:lpstr>2. Non-Functional Requirements</vt:lpstr>
      <vt:lpstr>2. Non-Functional Requirements</vt:lpstr>
      <vt:lpstr>2. Non-Functional Requirements</vt:lpstr>
      <vt:lpstr>2. Non-Functional Requirements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Mohammad Rajeh</dc:creator>
  <cp:keywords/>
  <dc:description/>
  <cp:lastModifiedBy>Dabion Paul</cp:lastModifiedBy>
  <cp:revision>6</cp:revision>
  <cp:lastPrinted>2015-10-30T11:33:42Z</cp:lastPrinted>
  <dcterms:created xsi:type="dcterms:W3CDTF">2025-10-30T14:38:09Z</dcterms:created>
  <dcterms:modified xsi:type="dcterms:W3CDTF">2025-11-03T09:16:19Z</dcterms:modified>
  <cp:category>Corporate Design der TU Chemnitz</cp:category>
</cp:coreProperties>
</file>