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8"/>
  </p:notesMasterIdLst>
  <p:handoutMasterIdLst>
    <p:handoutMasterId r:id="rId9"/>
  </p:handoutMasterIdLst>
  <p:sldIdLst>
    <p:sldId id="309" r:id="rId3"/>
    <p:sldId id="320" r:id="rId4"/>
    <p:sldId id="325" r:id="rId5"/>
    <p:sldId id="323" r:id="rId6"/>
    <p:sldId id="326" r:id="rId7"/>
  </p:sldIdLst>
  <p:sldSz cx="12192000" cy="6858000"/>
  <p:notesSz cx="9928225" cy="6797675"/>
  <p:embeddedFontLst>
    <p:embeddedFont>
      <p:font typeface="Roboto" panose="02000000000000000000" pitchFamily="2" charset="0"/>
      <p:regular r:id="rId10"/>
      <p:bold r:id="rId11"/>
      <p:italic r:id="rId12"/>
      <p:boldItalic r:id="rId13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3C179A-FE43-4B4D-BDAA-011FEE47FC3E}" v="1" dt="2025-11-02T12:32:21.6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54" d="100"/>
          <a:sy n="154" d="100"/>
        </p:scale>
        <p:origin x="432" y="13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">
      <pc:chgData name="Anton Schmierer" userId="cd19fb61ffe98ab8" providerId="LiveId" clId="{80B9D0F7-EA3F-41F2-A018-82727FD7D854}" dt="2025-11-02T12:33:40.899" v="1621" actId="20577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2:54.827" v="1616" actId="1037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1-02T12:01:17.202" v="1582" actId="2057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2:31.579" v="1586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2:54.827" v="1616" actId="1037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2:31.579" v="1586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2:54.827" v="1616" actId="1037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2:31.579" v="1586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2:54.827" v="1616" actId="1037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2:31.579" v="1586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2:54.827" v="1616" actId="1037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1-02T12:00:59.266" v="1575" actId="6549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1-02T12:01:07.483" v="1579" actId="6549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1-02T12:01:00.279" v="1576" actId="6549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1-02T12:01:09.553" v="1580" actId="6549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1-02T12:01:01.283" v="1577" actId="6549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1-02T12:01:04.010" v="1578" actId="6549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32:21.614" v="1585" actId="165"/>
          <ac:grpSpMkLst>
            <pc:docMk/>
            <pc:sldMk cId="840838842" sldId="323"/>
            <ac:grpSpMk id="31" creationId="{570A4109-C050-722F-51A5-8B185F183470}"/>
          </ac:grpSpMkLst>
        </pc:grpChg>
        <pc:grpChg chg="add del mod">
          <ac:chgData name="Anton Schmierer" userId="cd19fb61ffe98ab8" providerId="LiveId" clId="{80B9D0F7-EA3F-41F2-A018-82727FD7D854}" dt="2025-11-02T12:32:21.614" v="1585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modSp add del mod">
        <pc:chgData name="Anton Schmierer" userId="cd19fb61ffe98ab8" providerId="LiveId" clId="{80B9D0F7-EA3F-41F2-A018-82727FD7D854}" dt="2025-11-02T12:33:33.015" v="1619" actId="47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01:20.402" v="1583" actId="20577"/>
          <ac:spMkLst>
            <pc:docMk/>
            <pc:sldMk cId="3198472219" sldId="324"/>
            <ac:spMk id="15" creationId="{856B961D-F51D-6F4C-A1F9-B09D60081259}"/>
          </ac:spMkLst>
        </pc:spChg>
        <pc:spChg chg="mod">
          <ac:chgData name="Anton Schmierer" userId="cd19fb61ffe98ab8" providerId="LiveId" clId="{80B9D0F7-EA3F-41F2-A018-82727FD7D854}" dt="2025-11-02T12:00:20.872" v="1561" actId="6549"/>
          <ac:spMkLst>
            <pc:docMk/>
            <pc:sldMk cId="3198472219" sldId="324"/>
            <ac:spMk id="23" creationId="{2C1286C7-C68F-5F16-0D9B-1DBA4D2E3D45}"/>
          </ac:spMkLst>
        </pc:spChg>
        <pc:spChg chg="mod">
          <ac:chgData name="Anton Schmierer" userId="cd19fb61ffe98ab8" providerId="LiveId" clId="{80B9D0F7-EA3F-41F2-A018-82727FD7D854}" dt="2025-11-02T12:00:22.351" v="1562" actId="6549"/>
          <ac:spMkLst>
            <pc:docMk/>
            <pc:sldMk cId="3198472219" sldId="324"/>
            <ac:spMk id="30" creationId="{6D0FFC1E-8967-7C12-A88E-CE3F989EE207}"/>
          </ac:spMkLst>
        </pc:spChg>
        <pc:spChg chg="mod">
          <ac:chgData name="Anton Schmierer" userId="cd19fb61ffe98ab8" providerId="LiveId" clId="{80B9D0F7-EA3F-41F2-A018-82727FD7D854}" dt="2025-11-02T12:00:23.944" v="1563" actId="6549"/>
          <ac:spMkLst>
            <pc:docMk/>
            <pc:sldMk cId="3198472219" sldId="324"/>
            <ac:spMk id="33" creationId="{4CFA62C9-9BD8-1E81-A223-56D80A9F9FB2}"/>
          </ac:spMkLst>
        </pc:spChg>
        <pc:spChg chg="mod">
          <ac:chgData name="Anton Schmierer" userId="cd19fb61ffe98ab8" providerId="LiveId" clId="{80B9D0F7-EA3F-41F2-A018-82727FD7D854}" dt="2025-11-02T12:00:25.043" v="1564" actId="6549"/>
          <ac:spMkLst>
            <pc:docMk/>
            <pc:sldMk cId="3198472219" sldId="324"/>
            <ac:spMk id="36" creationId="{1EA3713F-729B-04C7-B7E5-83DBB5A34B0E}"/>
          </ac:spMkLst>
        </pc:spChg>
        <pc:spChg chg="mod">
          <ac:chgData name="Anton Schmierer" userId="cd19fb61ffe98ab8" providerId="LiveId" clId="{80B9D0F7-EA3F-41F2-A018-82727FD7D854}" dt="2025-11-02T12:00:28.692" v="1565" actId="6549"/>
          <ac:spMkLst>
            <pc:docMk/>
            <pc:sldMk cId="3198472219" sldId="324"/>
            <ac:spMk id="37" creationId="{8BF66F1C-F3F0-6207-6D6C-D7D327A8FC3B}"/>
          </ac:spMkLst>
        </pc:spChg>
        <pc:spChg chg="mod">
          <ac:chgData name="Anton Schmierer" userId="cd19fb61ffe98ab8" providerId="LiveId" clId="{80B9D0F7-EA3F-41F2-A018-82727FD7D854}" dt="2025-11-02T12:00:37.307" v="1569" actId="6549"/>
          <ac:spMkLst>
            <pc:docMk/>
            <pc:sldMk cId="3198472219" sldId="324"/>
            <ac:spMk id="38" creationId="{C35DC875-2562-1A44-A2D2-2B03E097E088}"/>
          </ac:spMkLst>
        </pc:spChg>
        <pc:spChg chg="mod">
          <ac:chgData name="Anton Schmierer" userId="cd19fb61ffe98ab8" providerId="LiveId" clId="{80B9D0F7-EA3F-41F2-A018-82727FD7D854}" dt="2025-11-02T12:00:30.056" v="1566" actId="6549"/>
          <ac:spMkLst>
            <pc:docMk/>
            <pc:sldMk cId="3198472219" sldId="324"/>
            <ac:spMk id="39" creationId="{24BE4F8F-8C82-1E22-A77E-1A39EBD6F4B1}"/>
          </ac:spMkLst>
        </pc:spChg>
        <pc:spChg chg="mod">
          <ac:chgData name="Anton Schmierer" userId="cd19fb61ffe98ab8" providerId="LiveId" clId="{80B9D0F7-EA3F-41F2-A018-82727FD7D854}" dt="2025-11-02T12:00:39.616" v="1570" actId="6549"/>
          <ac:spMkLst>
            <pc:docMk/>
            <pc:sldMk cId="3198472219" sldId="324"/>
            <ac:spMk id="40" creationId="{E43B6525-5DD7-A335-6AF1-9D22F4E70BE3}"/>
          </ac:spMkLst>
        </pc:spChg>
        <pc:spChg chg="mod">
          <ac:chgData name="Anton Schmierer" userId="cd19fb61ffe98ab8" providerId="LiveId" clId="{80B9D0F7-EA3F-41F2-A018-82727FD7D854}" dt="2025-11-02T12:00:31.107" v="1567" actId="6549"/>
          <ac:spMkLst>
            <pc:docMk/>
            <pc:sldMk cId="3198472219" sldId="324"/>
            <ac:spMk id="41" creationId="{D767AA3C-7BA7-BCCD-1823-6957F385573B}"/>
          </ac:spMkLst>
        </pc:spChg>
        <pc:spChg chg="mod">
          <ac:chgData name="Anton Schmierer" userId="cd19fb61ffe98ab8" providerId="LiveId" clId="{80B9D0F7-EA3F-41F2-A018-82727FD7D854}" dt="2025-11-02T12:00:32.700" v="1568" actId="6549"/>
          <ac:spMkLst>
            <pc:docMk/>
            <pc:sldMk cId="3198472219" sldId="324"/>
            <ac:spMk id="42" creationId="{0BEE69BB-E5CD-6491-43F9-7B7EBF604529}"/>
          </ac:spMkLst>
        </pc:s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 del">
        <pc:chgData name="Anton Schmierer" userId="cd19fb61ffe98ab8" providerId="LiveId" clId="{80B9D0F7-EA3F-41F2-A018-82727FD7D854}" dt="2025-11-02T12:33:11.085" v="1617" actId="47"/>
        <pc:sldMkLst>
          <pc:docMk/>
          <pc:sldMk cId="2896009243" sldId="326"/>
        </pc:sldMkLst>
      </pc:sldChg>
      <pc:sldChg chg="modSp add mod">
        <pc:chgData name="Anton Schmierer" userId="cd19fb61ffe98ab8" providerId="LiveId" clId="{80B9D0F7-EA3F-41F2-A018-82727FD7D854}" dt="2025-11-02T12:33:40.899" v="1621" actId="20577"/>
        <pc:sldMkLst>
          <pc:docMk/>
          <pc:sldMk cId="4161589437" sldId="326"/>
        </pc:sldMkLst>
        <pc:spChg chg="mod">
          <ac:chgData name="Anton Schmierer" userId="cd19fb61ffe98ab8" providerId="LiveId" clId="{80B9D0F7-EA3F-41F2-A018-82727FD7D854}" dt="2025-11-02T12:33:40.899" v="1621" actId="20577"/>
          <ac:spMkLst>
            <pc:docMk/>
            <pc:sldMk cId="4161589437" sldId="326"/>
            <ac:spMk id="13" creationId="{9E0F501C-7EDD-EEF4-10C7-01AE4DDAD3A3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DD08A-73BA-26D6-7C40-A0C0F90B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738BF81-93F3-3479-7B10-FE802A098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16CFFCF-6DE1-0EF5-7F3C-4701B9135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465DE-07B2-0949-B35C-AA8A27513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690815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899251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899253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899251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899253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2C32C-6F8C-9A5F-919D-1F3899CE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3A64C4F-7A42-518E-D003-CD6D1C38B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E0F501C-7EDD-EEF4-10C7-01AE4DDAD3A3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</a:t>
            </a:r>
            <a:r>
              <a:rPr lang="en-US" sz="1600" b="1">
                <a:solidFill>
                  <a:schemeClr val="tx1"/>
                </a:solidFill>
              </a:rPr>
              <a:t>#: NR-1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027A50E-2504-AF72-B16F-FCF53584F119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8D65D79-DB3F-9818-E6A8-982780F38FB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F65658E-2669-9D66-7D0E-A8B865C3435D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29F4E60-0869-352B-3917-F4F772838C32}"/>
              </a:ext>
            </a:extLst>
          </p:cNvPr>
          <p:cNvSpPr/>
          <p:nvPr/>
        </p:nvSpPr>
        <p:spPr>
          <a:xfrm>
            <a:off x="1899251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1C49140B-90E8-CD57-F810-3420661164B3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25F9097-AEE0-B324-9BEE-3F8E06DF50DE}"/>
              </a:ext>
            </a:extLst>
          </p:cNvPr>
          <p:cNvSpPr/>
          <p:nvPr/>
        </p:nvSpPr>
        <p:spPr>
          <a:xfrm>
            <a:off x="1899253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D361AF4-BA5C-9964-D0EC-7BE5407A5017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49F0444-9F90-80CD-16E8-AF251010BEDC}"/>
              </a:ext>
            </a:extLst>
          </p:cNvPr>
          <p:cNvSpPr/>
          <p:nvPr/>
        </p:nvSpPr>
        <p:spPr>
          <a:xfrm>
            <a:off x="1899251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D624CD5-CE03-4BFD-FFA8-BEE36136E57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0CE36B2-422A-5142-2384-A14E86CE427D}"/>
              </a:ext>
            </a:extLst>
          </p:cNvPr>
          <p:cNvSpPr/>
          <p:nvPr/>
        </p:nvSpPr>
        <p:spPr>
          <a:xfrm>
            <a:off x="1899253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A11AB4B-1235-FB0D-DA58-107CC2A61348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C8019AA-6C21-F77F-ADB4-CFEA43654DF3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C4B31DF-787C-0B08-752B-276F57E64B35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AE0F170-EC26-6626-1713-0DCF8ABB5F42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B6AF39D2-A358-D179-08A4-D67BEBE4EBB0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7CFCD9B-60C5-9C9D-4692-90A045EC6DDB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1589437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159</Words>
  <Application>Microsoft Office PowerPoint</Application>
  <PresentationFormat>Breitbild</PresentationFormat>
  <Paragraphs>55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Roboto</vt:lpstr>
      <vt:lpstr>Calibri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Anton Schmierer</cp:lastModifiedBy>
  <cp:revision>4</cp:revision>
  <cp:lastPrinted>2015-10-30T11:33:42Z</cp:lastPrinted>
  <dcterms:created xsi:type="dcterms:W3CDTF">2025-10-30T14:38:09Z</dcterms:created>
  <dcterms:modified xsi:type="dcterms:W3CDTF">2025-11-02T12:33:49Z</dcterms:modified>
  <cp:category>Corporate Design der TU Chemnitz</cp:category>
</cp:coreProperties>
</file>