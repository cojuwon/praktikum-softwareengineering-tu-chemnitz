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8"/>
  </p:notesMasterIdLst>
  <p:handoutMasterIdLst>
    <p:handoutMasterId r:id="rId9"/>
  </p:handoutMasterIdLst>
  <p:sldIdLst>
    <p:sldId id="309" r:id="rId3"/>
    <p:sldId id="320" r:id="rId4"/>
    <p:sldId id="325" r:id="rId5"/>
    <p:sldId id="323" r:id="rId6"/>
    <p:sldId id="324" r:id="rId7"/>
  </p:sldIdLst>
  <p:sldSz cx="12192000" cy="6858000"/>
  <p:notesSz cx="9928225" cy="6797675"/>
  <p:embeddedFontLst>
    <p:embeddedFont>
      <p:font typeface="Roboto" panose="02000000000000000000" pitchFamily="2" charset="0"/>
      <p:regular r:id="rId10"/>
      <p:bold r:id="rId11"/>
      <p:italic r:id="rId12"/>
      <p:boldItalic r:id="rId13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54" d="100"/>
          <a:sy n="154" d="100"/>
        </p:scale>
        <p:origin x="432" y="13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4.fntdata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">
      <pc:chgData name="Anton Schmierer" userId="cd19fb61ffe98ab8" providerId="LiveId" clId="{80B9D0F7-EA3F-41F2-A018-82727FD7D854}" dt="2025-11-02T12:01:20.402" v="1583" actId="20577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01:17.202" v="1582" actId="20577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1-02T12:01:17.202" v="1582" actId="20577"/>
          <ac:spMkLst>
            <pc:docMk/>
            <pc:sldMk cId="840838842" sldId="323"/>
            <ac:spMk id="15" creationId="{13D26285-C189-D14B-8CAB-E66986D36895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16" creationId="{53882B26-0FFE-8541-E3E9-B67B5CEEFFE6}"/>
          </ac:spMkLst>
        </pc:spChg>
        <pc:spChg chg="add mod">
          <ac:chgData name="Anton Schmierer" userId="cd19fb61ffe98ab8" providerId="LiveId" clId="{80B9D0F7-EA3F-41F2-A018-82727FD7D854}" dt="2025-11-02T12:00:52.753" v="1571" actId="6549"/>
          <ac:spMkLst>
            <pc:docMk/>
            <pc:sldMk cId="840838842" sldId="323"/>
            <ac:spMk id="23" creationId="{6DD8798C-9846-824E-B3B1-C5C10749438D}"/>
          </ac:spMkLst>
        </pc:spChg>
        <pc:spChg chg="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29" creationId="{92138D5C-E1B9-EA96-3E7C-FDDE2159CABB}"/>
          </ac:spMkLst>
        </pc:spChg>
        <pc:spChg chg="mod">
          <ac:chgData name="Anton Schmierer" userId="cd19fb61ffe98ab8" providerId="LiveId" clId="{80B9D0F7-EA3F-41F2-A018-82727FD7D854}" dt="2025-11-02T12:00:54.121" v="1572" actId="6549"/>
          <ac:spMkLst>
            <pc:docMk/>
            <pc:sldMk cId="840838842" sldId="323"/>
            <ac:spMk id="30" creationId="{2707EFF0-0358-C388-52AA-509B25C57232}"/>
          </ac:spMkLst>
        </pc:spChg>
        <pc:spChg chg="mod">
          <ac:chgData name="Anton Schmierer" userId="cd19fb61ffe98ab8" providerId="LiveId" clId="{80B9D0F7-EA3F-41F2-A018-82727FD7D854}" dt="2025-10-31T17:19:30.773" v="1122" actId="20577"/>
          <ac:spMkLst>
            <pc:docMk/>
            <pc:sldMk cId="840838842" sldId="323"/>
            <ac:spMk id="32" creationId="{6858BD9C-DC70-6A02-FC6C-DF7AF7ED1BAA}"/>
          </ac:spMkLst>
        </pc:spChg>
        <pc:spChg chg="mod">
          <ac:chgData name="Anton Schmierer" userId="cd19fb61ffe98ab8" providerId="LiveId" clId="{80B9D0F7-EA3F-41F2-A018-82727FD7D854}" dt="2025-11-02T12:00:55.335" v="1573" actId="6549"/>
          <ac:spMkLst>
            <pc:docMk/>
            <pc:sldMk cId="840838842" sldId="323"/>
            <ac:spMk id="33" creationId="{03DD2826-F937-C0B7-A640-E95A663B5EDD}"/>
          </ac:spMkLst>
        </pc:spChg>
        <pc:spChg chg="mod">
          <ac:chgData name="Anton Schmierer" userId="cd19fb61ffe98ab8" providerId="LiveId" clId="{80B9D0F7-EA3F-41F2-A018-82727FD7D854}" dt="2025-10-31T17:19:48.458" v="1136" actId="20577"/>
          <ac:spMkLst>
            <pc:docMk/>
            <pc:sldMk cId="840838842" sldId="323"/>
            <ac:spMk id="35" creationId="{2FCE78B4-EA94-FE9F-F7CF-2E33EC11A462}"/>
          </ac:spMkLst>
        </pc:spChg>
        <pc:spChg chg="mod">
          <ac:chgData name="Anton Schmierer" userId="cd19fb61ffe98ab8" providerId="LiveId" clId="{80B9D0F7-EA3F-41F2-A018-82727FD7D854}" dt="2025-11-02T12:00:56.652" v="1574" actId="6549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1-02T12:00:59.266" v="1575" actId="6549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1-02T12:01:07.483" v="1579" actId="6549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1-02T12:01:00.279" v="1576" actId="6549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1-02T12:01:09.553" v="1580" actId="6549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1-02T12:01:01.283" v="1577" actId="6549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1-02T12:01:04.010" v="1578" actId="6549"/>
          <ac:spMkLst>
            <pc:docMk/>
            <pc:sldMk cId="840838842" sldId="323"/>
            <ac:spMk id="42" creationId="{A08F465A-9724-A8DF-6B98-CEE36F3CECE1}"/>
          </ac:spMkLst>
        </pc:spChg>
        <pc:grpChg chg="add mod">
          <ac:chgData name="Anton Schmierer" userId="cd19fb61ffe98ab8" providerId="LiveId" clId="{80B9D0F7-EA3F-41F2-A018-82727FD7D854}" dt="2025-10-31T17:16:46.748" v="1005" actId="465"/>
          <ac:grpSpMkLst>
            <pc:docMk/>
            <pc:sldMk cId="840838842" sldId="323"/>
            <ac:grpSpMk id="26" creationId="{26F24192-8D2A-757B-7D7F-4620C16B5B51}"/>
          </ac:grpSpMkLst>
        </pc:grpChg>
        <pc:grpChg chg="add mod">
          <ac:chgData name="Anton Schmierer" userId="cd19fb61ffe98ab8" providerId="LiveId" clId="{80B9D0F7-EA3F-41F2-A018-82727FD7D854}" dt="2025-10-31T17:16:46.748" v="1005" actId="465"/>
          <ac:grpSpMkLst>
            <pc:docMk/>
            <pc:sldMk cId="840838842" sldId="323"/>
            <ac:grpSpMk id="28" creationId="{B643D27F-4376-A5A8-C2E1-1BCE062B0EF7}"/>
          </ac:grpSpMkLst>
        </pc:grpChg>
        <pc:grpChg chg="add mod">
          <ac:chgData name="Anton Schmierer" userId="cd19fb61ffe98ab8" providerId="LiveId" clId="{80B9D0F7-EA3F-41F2-A018-82727FD7D854}" dt="2025-10-31T17:16:46.748" v="1005" actId="465"/>
          <ac:grpSpMkLst>
            <pc:docMk/>
            <pc:sldMk cId="840838842" sldId="323"/>
            <ac:grpSpMk id="31" creationId="{570A4109-C050-722F-51A5-8B185F183470}"/>
          </ac:grpSpMkLst>
        </pc:grpChg>
        <pc:grpChg chg="add mod">
          <ac:chgData name="Anton Schmierer" userId="cd19fb61ffe98ab8" providerId="LiveId" clId="{80B9D0F7-EA3F-41F2-A018-82727FD7D854}" dt="2025-10-31T17:16:46.748" v="1005" actId="4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modSp add mod">
        <pc:chgData name="Anton Schmierer" userId="cd19fb61ffe98ab8" providerId="LiveId" clId="{80B9D0F7-EA3F-41F2-A018-82727FD7D854}" dt="2025-11-02T12:01:20.402" v="1583" actId="20577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01:20.402" v="1583" actId="20577"/>
          <ac:spMkLst>
            <pc:docMk/>
            <pc:sldMk cId="3198472219" sldId="324"/>
            <ac:spMk id="15" creationId="{856B961D-F51D-6F4C-A1F9-B09D60081259}"/>
          </ac:spMkLst>
        </pc:spChg>
        <pc:spChg chg="mod">
          <ac:chgData name="Anton Schmierer" userId="cd19fb61ffe98ab8" providerId="LiveId" clId="{80B9D0F7-EA3F-41F2-A018-82727FD7D854}" dt="2025-11-02T12:00:20.872" v="1561" actId="6549"/>
          <ac:spMkLst>
            <pc:docMk/>
            <pc:sldMk cId="3198472219" sldId="324"/>
            <ac:spMk id="23" creationId="{2C1286C7-C68F-5F16-0D9B-1DBA4D2E3D45}"/>
          </ac:spMkLst>
        </pc:spChg>
        <pc:spChg chg="mod">
          <ac:chgData name="Anton Schmierer" userId="cd19fb61ffe98ab8" providerId="LiveId" clId="{80B9D0F7-EA3F-41F2-A018-82727FD7D854}" dt="2025-11-02T12:00:22.351" v="1562" actId="6549"/>
          <ac:spMkLst>
            <pc:docMk/>
            <pc:sldMk cId="3198472219" sldId="324"/>
            <ac:spMk id="30" creationId="{6D0FFC1E-8967-7C12-A88E-CE3F989EE207}"/>
          </ac:spMkLst>
        </pc:spChg>
        <pc:spChg chg="mod">
          <ac:chgData name="Anton Schmierer" userId="cd19fb61ffe98ab8" providerId="LiveId" clId="{80B9D0F7-EA3F-41F2-A018-82727FD7D854}" dt="2025-11-02T12:00:23.944" v="1563" actId="6549"/>
          <ac:spMkLst>
            <pc:docMk/>
            <pc:sldMk cId="3198472219" sldId="324"/>
            <ac:spMk id="33" creationId="{4CFA62C9-9BD8-1E81-A223-56D80A9F9FB2}"/>
          </ac:spMkLst>
        </pc:spChg>
        <pc:spChg chg="mod">
          <ac:chgData name="Anton Schmierer" userId="cd19fb61ffe98ab8" providerId="LiveId" clId="{80B9D0F7-EA3F-41F2-A018-82727FD7D854}" dt="2025-11-02T12:00:25.043" v="1564" actId="6549"/>
          <ac:spMkLst>
            <pc:docMk/>
            <pc:sldMk cId="3198472219" sldId="324"/>
            <ac:spMk id="36" creationId="{1EA3713F-729B-04C7-B7E5-83DBB5A34B0E}"/>
          </ac:spMkLst>
        </pc:spChg>
        <pc:spChg chg="mod">
          <ac:chgData name="Anton Schmierer" userId="cd19fb61ffe98ab8" providerId="LiveId" clId="{80B9D0F7-EA3F-41F2-A018-82727FD7D854}" dt="2025-11-02T12:00:28.692" v="1565" actId="6549"/>
          <ac:spMkLst>
            <pc:docMk/>
            <pc:sldMk cId="3198472219" sldId="324"/>
            <ac:spMk id="37" creationId="{8BF66F1C-F3F0-6207-6D6C-D7D327A8FC3B}"/>
          </ac:spMkLst>
        </pc:spChg>
        <pc:spChg chg="mod">
          <ac:chgData name="Anton Schmierer" userId="cd19fb61ffe98ab8" providerId="LiveId" clId="{80B9D0F7-EA3F-41F2-A018-82727FD7D854}" dt="2025-11-02T12:00:37.307" v="1569" actId="6549"/>
          <ac:spMkLst>
            <pc:docMk/>
            <pc:sldMk cId="3198472219" sldId="324"/>
            <ac:spMk id="38" creationId="{C35DC875-2562-1A44-A2D2-2B03E097E088}"/>
          </ac:spMkLst>
        </pc:spChg>
        <pc:spChg chg="mod">
          <ac:chgData name="Anton Schmierer" userId="cd19fb61ffe98ab8" providerId="LiveId" clId="{80B9D0F7-EA3F-41F2-A018-82727FD7D854}" dt="2025-11-02T12:00:30.056" v="1566" actId="6549"/>
          <ac:spMkLst>
            <pc:docMk/>
            <pc:sldMk cId="3198472219" sldId="324"/>
            <ac:spMk id="39" creationId="{24BE4F8F-8C82-1E22-A77E-1A39EBD6F4B1}"/>
          </ac:spMkLst>
        </pc:spChg>
        <pc:spChg chg="mod">
          <ac:chgData name="Anton Schmierer" userId="cd19fb61ffe98ab8" providerId="LiveId" clId="{80B9D0F7-EA3F-41F2-A018-82727FD7D854}" dt="2025-11-02T12:00:39.616" v="1570" actId="6549"/>
          <ac:spMkLst>
            <pc:docMk/>
            <pc:sldMk cId="3198472219" sldId="324"/>
            <ac:spMk id="40" creationId="{E43B6525-5DD7-A335-6AF1-9D22F4E70BE3}"/>
          </ac:spMkLst>
        </pc:spChg>
        <pc:spChg chg="mod">
          <ac:chgData name="Anton Schmierer" userId="cd19fb61ffe98ab8" providerId="LiveId" clId="{80B9D0F7-EA3F-41F2-A018-82727FD7D854}" dt="2025-11-02T12:00:31.107" v="1567" actId="6549"/>
          <ac:spMkLst>
            <pc:docMk/>
            <pc:sldMk cId="3198472219" sldId="324"/>
            <ac:spMk id="41" creationId="{D767AA3C-7BA7-BCCD-1823-6957F385573B}"/>
          </ac:spMkLst>
        </pc:spChg>
        <pc:spChg chg="mod">
          <ac:chgData name="Anton Schmierer" userId="cd19fb61ffe98ab8" providerId="LiveId" clId="{80B9D0F7-EA3F-41F2-A018-82727FD7D854}" dt="2025-11-02T12:00:32.700" v="1568" actId="6549"/>
          <ac:spMkLst>
            <pc:docMk/>
            <pc:sldMk cId="3198472219" sldId="324"/>
            <ac:spMk id="42" creationId="{0BEE69BB-E5CD-6491-43F9-7B7EBF604529}"/>
          </ac:spMkLst>
        </pc:s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A8BD-F8E2-1C1B-DE73-3C3FEFDD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9F19A2E-7CD7-D4B7-9844-3BFB3FCB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26976E-E54C-6CE4-92F3-0422508A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B4C674-BAD5-AACE-A606-C13A7B9A3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58104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26F24192-8D2A-757B-7D7F-4620C16B5B51}"/>
              </a:ext>
            </a:extLst>
          </p:cNvPr>
          <p:cNvGrpSpPr/>
          <p:nvPr/>
        </p:nvGrpSpPr>
        <p:grpSpPr>
          <a:xfrm>
            <a:off x="192088" y="1370669"/>
            <a:ext cx="11807823" cy="792000"/>
            <a:chOff x="192088" y="1377950"/>
            <a:chExt cx="11807823" cy="660400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53882B26-0FFE-8541-E3E9-B67B5CEEFFE6}"/>
                </a:ext>
              </a:extLst>
            </p:cNvPr>
            <p:cNvSpPr/>
            <p:nvPr/>
          </p:nvSpPr>
          <p:spPr>
            <a:xfrm>
              <a:off x="192088" y="1377950"/>
              <a:ext cx="2392362" cy="2701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>
                  <a:solidFill>
                    <a:schemeClr val="tx1"/>
                  </a:solidFill>
                </a:rPr>
                <a:t>Description: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6DD8798C-9846-824E-B3B1-C5C10749438D}"/>
                </a:ext>
              </a:extLst>
            </p:cNvPr>
            <p:cNvSpPr/>
            <p:nvPr/>
          </p:nvSpPr>
          <p:spPr>
            <a:xfrm>
              <a:off x="2651918" y="1377950"/>
              <a:ext cx="9347993" cy="6604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B643D27F-4376-A5A8-C2E1-1BCE062B0EF7}"/>
              </a:ext>
            </a:extLst>
          </p:cNvPr>
          <p:cNvGrpSpPr/>
          <p:nvPr/>
        </p:nvGrpSpPr>
        <p:grpSpPr>
          <a:xfrm>
            <a:off x="192090" y="2301438"/>
            <a:ext cx="11807823" cy="792000"/>
            <a:chOff x="192088" y="1377950"/>
            <a:chExt cx="11807823" cy="792000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138D5C-E1B9-EA96-3E7C-FDDE2159CABB}"/>
                </a:ext>
              </a:extLst>
            </p:cNvPr>
            <p:cNvSpPr/>
            <p:nvPr/>
          </p:nvSpPr>
          <p:spPr>
            <a:xfrm>
              <a:off x="192088" y="1377950"/>
              <a:ext cx="2392362" cy="32385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>
                  <a:solidFill>
                    <a:schemeClr val="tx1"/>
                  </a:solidFill>
                </a:rPr>
                <a:t>Rationale: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2707EFF0-0358-C388-52AA-509B25C57232}"/>
                </a:ext>
              </a:extLst>
            </p:cNvPr>
            <p:cNvSpPr/>
            <p:nvPr/>
          </p:nvSpPr>
          <p:spPr>
            <a:xfrm>
              <a:off x="2651918" y="1377950"/>
              <a:ext cx="9347993" cy="792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570A4109-C050-722F-51A5-8B185F183470}"/>
              </a:ext>
            </a:extLst>
          </p:cNvPr>
          <p:cNvGrpSpPr/>
          <p:nvPr/>
        </p:nvGrpSpPr>
        <p:grpSpPr>
          <a:xfrm>
            <a:off x="192088" y="3232207"/>
            <a:ext cx="11807823" cy="323850"/>
            <a:chOff x="192088" y="1377950"/>
            <a:chExt cx="11807823" cy="323850"/>
          </a:xfrm>
        </p:grpSpPr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6858BD9C-DC70-6A02-FC6C-DF7AF7ED1BAA}"/>
                </a:ext>
              </a:extLst>
            </p:cNvPr>
            <p:cNvSpPr/>
            <p:nvPr/>
          </p:nvSpPr>
          <p:spPr>
            <a:xfrm>
              <a:off x="192088" y="1377950"/>
              <a:ext cx="2392362" cy="32385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 err="1">
                  <a:solidFill>
                    <a:schemeClr val="tx1"/>
                  </a:solidFill>
                </a:rPr>
                <a:t>Originator</a:t>
              </a:r>
              <a:r>
                <a:rPr lang="de-DE" sz="1600" b="1" dirty="0">
                  <a:solidFill>
                    <a:schemeClr val="tx1"/>
                  </a:solidFill>
                </a:rPr>
                <a:t>: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3DD2826-F937-C0B7-A640-E95A663B5EDD}"/>
                </a:ext>
              </a:extLst>
            </p:cNvPr>
            <p:cNvSpPr/>
            <p:nvPr/>
          </p:nvSpPr>
          <p:spPr>
            <a:xfrm>
              <a:off x="2651918" y="1377950"/>
              <a:ext cx="9347993" cy="32385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70CDD6CF-C98A-1E1C-B652-C3C6E0209A1E}"/>
              </a:ext>
            </a:extLst>
          </p:cNvPr>
          <p:cNvGrpSpPr/>
          <p:nvPr/>
        </p:nvGrpSpPr>
        <p:grpSpPr>
          <a:xfrm>
            <a:off x="192090" y="3694826"/>
            <a:ext cx="11807823" cy="792000"/>
            <a:chOff x="192088" y="1377949"/>
            <a:chExt cx="11807823" cy="54729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FCE78B4-EA94-FE9F-F7CF-2E33EC11A462}"/>
                </a:ext>
              </a:extLst>
            </p:cNvPr>
            <p:cNvSpPr/>
            <p:nvPr/>
          </p:nvSpPr>
          <p:spPr>
            <a:xfrm>
              <a:off x="192088" y="1377950"/>
              <a:ext cx="2392362" cy="223893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>
                  <a:solidFill>
                    <a:schemeClr val="tx1"/>
                  </a:solidFill>
                </a:rPr>
                <a:t>Fit </a:t>
              </a:r>
              <a:r>
                <a:rPr lang="de-DE" sz="1600" b="1" dirty="0" err="1">
                  <a:solidFill>
                    <a:schemeClr val="tx1"/>
                  </a:solidFill>
                </a:rPr>
                <a:t>Criterion</a:t>
              </a:r>
              <a:r>
                <a:rPr lang="de-DE" sz="1600" b="1" dirty="0">
                  <a:solidFill>
                    <a:schemeClr val="tx1"/>
                  </a:solidFill>
                </a:rPr>
                <a:t>: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A260BE3-BC49-1D35-2774-58F1A8B11F71}"/>
                </a:ext>
              </a:extLst>
            </p:cNvPr>
            <p:cNvSpPr/>
            <p:nvPr/>
          </p:nvSpPr>
          <p:spPr>
            <a:xfrm>
              <a:off x="2651918" y="1377949"/>
              <a:ext cx="9347993" cy="547293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  <a:p>
              <a:endParaRPr lang="en-US" sz="1600" u="sng" dirty="0">
                <a:solidFill>
                  <a:schemeClr val="tx1"/>
                </a:solidFill>
              </a:endParaRPr>
            </a:p>
          </p:txBody>
        </p:sp>
      </p:grp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151D-EDAF-9401-F91E-7F35209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0C1D0B-B467-5948-C622-835FFEE3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D282D5-4954-C473-A622-74E78E5BFE57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NFR-01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C41686-ED32-1541-B38B-03EE9A0E25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56B961D-F51D-6F4C-A1F9-B09D60081259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C1A837D-EB9E-C5A4-EA10-2C2D0B78AFB2}"/>
              </a:ext>
            </a:extLst>
          </p:cNvPr>
          <p:cNvGrpSpPr/>
          <p:nvPr/>
        </p:nvGrpSpPr>
        <p:grpSpPr>
          <a:xfrm>
            <a:off x="192088" y="1370669"/>
            <a:ext cx="11807823" cy="792000"/>
            <a:chOff x="192088" y="1377950"/>
            <a:chExt cx="11807823" cy="660400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CDCF8D9F-C00F-220D-1FE5-10B55DE47164}"/>
                </a:ext>
              </a:extLst>
            </p:cNvPr>
            <p:cNvSpPr/>
            <p:nvPr/>
          </p:nvSpPr>
          <p:spPr>
            <a:xfrm>
              <a:off x="192088" y="1377950"/>
              <a:ext cx="2392362" cy="27016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>
                  <a:solidFill>
                    <a:schemeClr val="tx1"/>
                  </a:solidFill>
                </a:rPr>
                <a:t>Description: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2C1286C7-C68F-5F16-0D9B-1DBA4D2E3D45}"/>
                </a:ext>
              </a:extLst>
            </p:cNvPr>
            <p:cNvSpPr/>
            <p:nvPr/>
          </p:nvSpPr>
          <p:spPr>
            <a:xfrm>
              <a:off x="2651918" y="1377950"/>
              <a:ext cx="9347993" cy="6604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50134241-EF9D-70A4-3626-D8FC9E43A41B}"/>
              </a:ext>
            </a:extLst>
          </p:cNvPr>
          <p:cNvGrpSpPr/>
          <p:nvPr/>
        </p:nvGrpSpPr>
        <p:grpSpPr>
          <a:xfrm>
            <a:off x="192090" y="2301438"/>
            <a:ext cx="11807823" cy="792000"/>
            <a:chOff x="192088" y="1377950"/>
            <a:chExt cx="11807823" cy="792000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5210C88F-9D7A-4519-D08F-BC808ADF718C}"/>
                </a:ext>
              </a:extLst>
            </p:cNvPr>
            <p:cNvSpPr/>
            <p:nvPr/>
          </p:nvSpPr>
          <p:spPr>
            <a:xfrm>
              <a:off x="192088" y="1377950"/>
              <a:ext cx="2392362" cy="32385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>
                  <a:solidFill>
                    <a:schemeClr val="tx1"/>
                  </a:solidFill>
                </a:rPr>
                <a:t>Rationale: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6D0FFC1E-8967-7C12-A88E-CE3F989EE207}"/>
                </a:ext>
              </a:extLst>
            </p:cNvPr>
            <p:cNvSpPr/>
            <p:nvPr/>
          </p:nvSpPr>
          <p:spPr>
            <a:xfrm>
              <a:off x="2651918" y="1377950"/>
              <a:ext cx="9347993" cy="792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7C808C0-AF2B-98A5-FC61-83DC36D66CE8}"/>
              </a:ext>
            </a:extLst>
          </p:cNvPr>
          <p:cNvGrpSpPr/>
          <p:nvPr/>
        </p:nvGrpSpPr>
        <p:grpSpPr>
          <a:xfrm>
            <a:off x="192088" y="3232207"/>
            <a:ext cx="11807823" cy="323850"/>
            <a:chOff x="192088" y="1377950"/>
            <a:chExt cx="11807823" cy="323850"/>
          </a:xfrm>
        </p:grpSpPr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1B499BAB-54B0-190B-41B8-3ADB0D4BA76F}"/>
                </a:ext>
              </a:extLst>
            </p:cNvPr>
            <p:cNvSpPr/>
            <p:nvPr/>
          </p:nvSpPr>
          <p:spPr>
            <a:xfrm>
              <a:off x="192088" y="1377950"/>
              <a:ext cx="2392362" cy="32385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 err="1">
                  <a:solidFill>
                    <a:schemeClr val="tx1"/>
                  </a:solidFill>
                </a:rPr>
                <a:t>Originator</a:t>
              </a:r>
              <a:r>
                <a:rPr lang="de-DE" sz="1600" b="1" dirty="0">
                  <a:solidFill>
                    <a:schemeClr val="tx1"/>
                  </a:solidFill>
                </a:rPr>
                <a:t>: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CFA62C9-9BD8-1E81-A223-56D80A9F9FB2}"/>
                </a:ext>
              </a:extLst>
            </p:cNvPr>
            <p:cNvSpPr/>
            <p:nvPr/>
          </p:nvSpPr>
          <p:spPr>
            <a:xfrm>
              <a:off x="2651918" y="1377950"/>
              <a:ext cx="9347993" cy="32385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3658EFA5-70B9-9F70-E196-8DBF52C096FE}"/>
              </a:ext>
            </a:extLst>
          </p:cNvPr>
          <p:cNvGrpSpPr/>
          <p:nvPr/>
        </p:nvGrpSpPr>
        <p:grpSpPr>
          <a:xfrm>
            <a:off x="192090" y="3694826"/>
            <a:ext cx="11807823" cy="792000"/>
            <a:chOff x="192088" y="1377949"/>
            <a:chExt cx="11807823" cy="54729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35B3141B-CD4D-DDFD-C419-44BABD53611E}"/>
                </a:ext>
              </a:extLst>
            </p:cNvPr>
            <p:cNvSpPr/>
            <p:nvPr/>
          </p:nvSpPr>
          <p:spPr>
            <a:xfrm>
              <a:off x="192088" y="1377950"/>
              <a:ext cx="2392362" cy="223893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600" b="1" dirty="0">
                  <a:solidFill>
                    <a:schemeClr val="tx1"/>
                  </a:solidFill>
                </a:rPr>
                <a:t>Fit </a:t>
              </a:r>
              <a:r>
                <a:rPr lang="de-DE" sz="1600" b="1" dirty="0" err="1">
                  <a:solidFill>
                    <a:schemeClr val="tx1"/>
                  </a:solidFill>
                </a:rPr>
                <a:t>Criterion</a:t>
              </a:r>
              <a:r>
                <a:rPr lang="de-DE" sz="1600" b="1" dirty="0">
                  <a:solidFill>
                    <a:schemeClr val="tx1"/>
                  </a:solidFill>
                </a:rPr>
                <a:t>: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1EA3713F-729B-04C7-B7E5-83DBB5A34B0E}"/>
                </a:ext>
              </a:extLst>
            </p:cNvPr>
            <p:cNvSpPr/>
            <p:nvPr/>
          </p:nvSpPr>
          <p:spPr>
            <a:xfrm>
              <a:off x="2651918" y="1377949"/>
              <a:ext cx="9347993" cy="547293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600" u="sng" dirty="0">
                <a:solidFill>
                  <a:schemeClr val="tx1"/>
                </a:solidFill>
              </a:endParaRPr>
            </a:p>
            <a:p>
              <a:endParaRPr lang="en-US" sz="1600" u="sng" dirty="0">
                <a:solidFill>
                  <a:schemeClr val="tx1"/>
                </a:solidFill>
              </a:endParaRPr>
            </a:p>
          </p:txBody>
        </p:sp>
      </p:grpSp>
      <p:sp>
        <p:nvSpPr>
          <p:cNvPr id="37" name="Rechteck 36">
            <a:extLst>
              <a:ext uri="{FF2B5EF4-FFF2-40B4-BE49-F238E27FC236}">
                <a16:creationId xmlns:a16="http://schemas.microsoft.com/office/drawing/2014/main" id="{8BF66F1C-F3F0-6207-6D6C-D7D327A8FC3B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35DC875-2562-1A44-A2D2-2B03E097E088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BE4F8F-8C82-1E22-A77E-1A39EBD6F4B1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43B6525-5DD7-A335-6AF1-9D22F4E70BE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767AA3C-7BA7-BCCD-1823-6957F385573B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BEE69BB-E5CD-6491-43F9-7B7EBF604529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8472219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159</Words>
  <Application>Microsoft Office PowerPoint</Application>
  <PresentationFormat>Breitbild</PresentationFormat>
  <Paragraphs>55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Arial</vt:lpstr>
      <vt:lpstr>Roboto</vt:lpstr>
      <vt:lpstr>Calibri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2. Non-Functional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Anton Schmierer</cp:lastModifiedBy>
  <cp:revision>4</cp:revision>
  <cp:lastPrinted>2015-10-30T11:33:42Z</cp:lastPrinted>
  <dcterms:created xsi:type="dcterms:W3CDTF">2025-10-30T14:38:09Z</dcterms:created>
  <dcterms:modified xsi:type="dcterms:W3CDTF">2025-11-02T12:01:26Z</dcterms:modified>
  <cp:category>Corporate Design der TU Chemnitz</cp:category>
</cp:coreProperties>
</file>