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59" r:id="rId1"/>
    <p:sldMasterId id="2147483699" r:id="rId2"/>
  </p:sldMasterIdLst>
  <p:notesMasterIdLst>
    <p:notesMasterId r:id="rId29"/>
  </p:notesMasterIdLst>
  <p:handoutMasterIdLst>
    <p:handoutMasterId r:id="rId30"/>
  </p:handoutMasterIdLst>
  <p:sldIdLst>
    <p:sldId id="309" r:id="rId3"/>
    <p:sldId id="320" r:id="rId4"/>
    <p:sldId id="330" r:id="rId5"/>
    <p:sldId id="343" r:id="rId6"/>
    <p:sldId id="344" r:id="rId7"/>
    <p:sldId id="331" r:id="rId8"/>
    <p:sldId id="332" r:id="rId9"/>
    <p:sldId id="333" r:id="rId10"/>
    <p:sldId id="342" r:id="rId11"/>
    <p:sldId id="334" r:id="rId12"/>
    <p:sldId id="341" r:id="rId13"/>
    <p:sldId id="340" r:id="rId14"/>
    <p:sldId id="339" r:id="rId15"/>
    <p:sldId id="338" r:id="rId16"/>
    <p:sldId id="337" r:id="rId17"/>
    <p:sldId id="329" r:id="rId18"/>
    <p:sldId id="336" r:id="rId19"/>
    <p:sldId id="328" r:id="rId20"/>
    <p:sldId id="327" r:id="rId21"/>
    <p:sldId id="345" r:id="rId22"/>
    <p:sldId id="349" r:id="rId23"/>
    <p:sldId id="346" r:id="rId24"/>
    <p:sldId id="347" r:id="rId25"/>
    <p:sldId id="348" r:id="rId26"/>
    <p:sldId id="351" r:id="rId27"/>
    <p:sldId id="350" r:id="rId28"/>
  </p:sldIdLst>
  <p:sldSz cx="12192000" cy="6858000"/>
  <p:notesSz cx="9928225" cy="6797675"/>
  <p:embeddedFontLs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F50"/>
    <a:srgbClr val="707070"/>
    <a:srgbClr val="006F5F"/>
    <a:srgbClr val="003E2F"/>
    <a:srgbClr val="E4B402"/>
    <a:srgbClr val="FFD800"/>
    <a:srgbClr val="009EE3"/>
    <a:srgbClr val="51AE32"/>
    <a:srgbClr val="779A2B"/>
    <a:srgbClr val="003E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79B7F8-3AA3-404B-B520-44C392D02AE3}" v="92" dt="2025-11-03T16:50:00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7526" autoAdjust="0"/>
  </p:normalViewPr>
  <p:slideViewPr>
    <p:cSldViewPr snapToGrid="0">
      <p:cViewPr varScale="1">
        <p:scale>
          <a:sx n="154" d="100"/>
          <a:sy n="154" d="100"/>
        </p:scale>
        <p:origin x="432" y="132"/>
      </p:cViewPr>
      <p:guideLst>
        <p:guide orient="horz" pos="231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-2430" y="-96"/>
      </p:cViewPr>
      <p:guideLst>
        <p:guide orient="horz" pos="2142"/>
        <p:guide pos="31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6/11/relationships/changesInfo" Target="changesInfos/changesInfo1.xml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Schmierer" userId="cd19fb61ffe98ab8" providerId="LiveId" clId="{80B9D0F7-EA3F-41F2-A018-82727FD7D854}"/>
    <pc:docChg chg="undo custSel addSld delSld modSld sldOrd">
      <pc:chgData name="Anton Schmierer" userId="cd19fb61ffe98ab8" providerId="LiveId" clId="{80B9D0F7-EA3F-41F2-A018-82727FD7D854}" dt="2025-11-03T16:51:17.314" v="1037"/>
      <pc:docMkLst>
        <pc:docMk/>
      </pc:docMkLst>
      <pc:sldChg chg="modSp mod">
        <pc:chgData name="Anton Schmierer" userId="cd19fb61ffe98ab8" providerId="LiveId" clId="{80B9D0F7-EA3F-41F2-A018-82727FD7D854}" dt="2025-11-03T16:39:48.256" v="845" actId="20577"/>
        <pc:sldMkLst>
          <pc:docMk/>
          <pc:sldMk cId="856360444" sldId="320"/>
        </pc:sldMkLst>
        <pc:spChg chg="mod">
          <ac:chgData name="Anton Schmierer" userId="cd19fb61ffe98ab8" providerId="LiveId" clId="{80B9D0F7-EA3F-41F2-A018-82727FD7D854}" dt="2025-11-03T16:39:48.256" v="845" actId="20577"/>
          <ac:spMkLst>
            <pc:docMk/>
            <pc:sldMk cId="856360444" sldId="320"/>
            <ac:spMk id="7" creationId="{73BF33E3-905B-859A-0CDB-3636FA248E37}"/>
          </ac:spMkLst>
        </pc:spChg>
      </pc:sldChg>
      <pc:sldChg chg="modSp del mod">
        <pc:chgData name="Anton Schmierer" userId="cd19fb61ffe98ab8" providerId="LiveId" clId="{80B9D0F7-EA3F-41F2-A018-82727FD7D854}" dt="2025-11-03T16:23:33.085" v="623" actId="47"/>
        <pc:sldMkLst>
          <pc:docMk/>
          <pc:sldMk cId="840838842" sldId="323"/>
        </pc:sldMkLst>
        <pc:spChg chg="mod">
          <ac:chgData name="Anton Schmierer" userId="cd19fb61ffe98ab8" providerId="LiveId" clId="{80B9D0F7-EA3F-41F2-A018-82727FD7D854}" dt="2025-11-03T14:44:45.363" v="5" actId="207"/>
          <ac:spMkLst>
            <pc:docMk/>
            <pc:sldMk cId="840838842" sldId="323"/>
            <ac:spMk id="13" creationId="{BFCC9E97-27C8-8124-A7FA-118E30FB3B06}"/>
          </ac:spMkLst>
        </pc:spChg>
        <pc:spChg chg="mod">
          <ac:chgData name="Anton Schmierer" userId="cd19fb61ffe98ab8" providerId="LiveId" clId="{80B9D0F7-EA3F-41F2-A018-82727FD7D854}" dt="2025-11-03T14:44:45.363" v="5" actId="207"/>
          <ac:spMkLst>
            <pc:docMk/>
            <pc:sldMk cId="840838842" sldId="323"/>
            <ac:spMk id="23" creationId="{6DD8798C-9846-824E-B3B1-C5C10749438D}"/>
          </ac:spMkLst>
        </pc:spChg>
        <pc:spChg chg="mod">
          <ac:chgData name="Anton Schmierer" userId="cd19fb61ffe98ab8" providerId="LiveId" clId="{80B9D0F7-EA3F-41F2-A018-82727FD7D854}" dt="2025-11-03T14:44:45.363" v="5" actId="207"/>
          <ac:spMkLst>
            <pc:docMk/>
            <pc:sldMk cId="840838842" sldId="323"/>
            <ac:spMk id="30" creationId="{2707EFF0-0358-C388-52AA-509B25C57232}"/>
          </ac:spMkLst>
        </pc:spChg>
        <pc:spChg chg="mod">
          <ac:chgData name="Anton Schmierer" userId="cd19fb61ffe98ab8" providerId="LiveId" clId="{80B9D0F7-EA3F-41F2-A018-82727FD7D854}" dt="2025-11-03T14:44:45.363" v="5" actId="207"/>
          <ac:spMkLst>
            <pc:docMk/>
            <pc:sldMk cId="840838842" sldId="323"/>
            <ac:spMk id="32" creationId="{6858BD9C-DC70-6A02-FC6C-DF7AF7ED1BAA}"/>
          </ac:spMkLst>
        </pc:spChg>
        <pc:spChg chg="mod">
          <ac:chgData name="Anton Schmierer" userId="cd19fb61ffe98ab8" providerId="LiveId" clId="{80B9D0F7-EA3F-41F2-A018-82727FD7D854}" dt="2025-11-03T14:44:45.363" v="5" actId="207"/>
          <ac:spMkLst>
            <pc:docMk/>
            <pc:sldMk cId="840838842" sldId="323"/>
            <ac:spMk id="37" creationId="{0F5F96FD-2A37-8050-A3FE-07E53C2D0B8E}"/>
          </ac:spMkLst>
        </pc:spChg>
        <pc:spChg chg="mod">
          <ac:chgData name="Anton Schmierer" userId="cd19fb61ffe98ab8" providerId="LiveId" clId="{80B9D0F7-EA3F-41F2-A018-82727FD7D854}" dt="2025-11-03T14:44:45.363" v="5" actId="207"/>
          <ac:spMkLst>
            <pc:docMk/>
            <pc:sldMk cId="840838842" sldId="323"/>
            <ac:spMk id="38" creationId="{7638D315-FE22-D82E-A1C7-26B38FC59CBC}"/>
          </ac:spMkLst>
        </pc:spChg>
        <pc:spChg chg="mod">
          <ac:chgData name="Anton Schmierer" userId="cd19fb61ffe98ab8" providerId="LiveId" clId="{80B9D0F7-EA3F-41F2-A018-82727FD7D854}" dt="2025-11-03T14:44:45.363" v="5" actId="207"/>
          <ac:spMkLst>
            <pc:docMk/>
            <pc:sldMk cId="840838842" sldId="323"/>
            <ac:spMk id="39" creationId="{279ED82C-86F5-D447-938A-449E5EDF7512}"/>
          </ac:spMkLst>
        </pc:spChg>
        <pc:spChg chg="mod">
          <ac:chgData name="Anton Schmierer" userId="cd19fb61ffe98ab8" providerId="LiveId" clId="{80B9D0F7-EA3F-41F2-A018-82727FD7D854}" dt="2025-11-03T14:44:45.363" v="5" actId="207"/>
          <ac:spMkLst>
            <pc:docMk/>
            <pc:sldMk cId="840838842" sldId="323"/>
            <ac:spMk id="40" creationId="{802760C9-86D1-30F2-014F-FE27A41B6E30}"/>
          </ac:spMkLst>
        </pc:spChg>
        <pc:spChg chg="mod">
          <ac:chgData name="Anton Schmierer" userId="cd19fb61ffe98ab8" providerId="LiveId" clId="{80B9D0F7-EA3F-41F2-A018-82727FD7D854}" dt="2025-11-03T14:44:45.363" v="5" actId="207"/>
          <ac:spMkLst>
            <pc:docMk/>
            <pc:sldMk cId="840838842" sldId="323"/>
            <ac:spMk id="41" creationId="{1A1CDE1B-43A5-030E-7B30-2B25311ED707}"/>
          </ac:spMkLst>
        </pc:spChg>
        <pc:spChg chg="mod">
          <ac:chgData name="Anton Schmierer" userId="cd19fb61ffe98ab8" providerId="LiveId" clId="{80B9D0F7-EA3F-41F2-A018-82727FD7D854}" dt="2025-11-03T14:44:45.363" v="5" actId="207"/>
          <ac:spMkLst>
            <pc:docMk/>
            <pc:sldMk cId="840838842" sldId="323"/>
            <ac:spMk id="42" creationId="{A08F465A-9724-A8DF-6B98-CEE36F3CECE1}"/>
          </ac:spMkLst>
        </pc:spChg>
      </pc:sldChg>
      <pc:sldChg chg="del">
        <pc:chgData name="Anton Schmierer" userId="cd19fb61ffe98ab8" providerId="LiveId" clId="{80B9D0F7-EA3F-41F2-A018-82727FD7D854}" dt="2025-11-03T16:39:27.794" v="817" actId="47"/>
        <pc:sldMkLst>
          <pc:docMk/>
          <pc:sldMk cId="419130693" sldId="325"/>
        </pc:sldMkLst>
      </pc:sldChg>
      <pc:sldChg chg="modSp del mod">
        <pc:chgData name="Anton Schmierer" userId="cd19fb61ffe98ab8" providerId="LiveId" clId="{80B9D0F7-EA3F-41F2-A018-82727FD7D854}" dt="2025-11-03T16:23:35.026" v="624" actId="47"/>
        <pc:sldMkLst>
          <pc:docMk/>
          <pc:sldMk cId="4161589437" sldId="326"/>
        </pc:sldMkLst>
        <pc:spChg chg="mod">
          <ac:chgData name="Anton Schmierer" userId="cd19fb61ffe98ab8" providerId="LiveId" clId="{80B9D0F7-EA3F-41F2-A018-82727FD7D854}" dt="2025-11-03T14:44:30.233" v="3" actId="20577"/>
          <ac:spMkLst>
            <pc:docMk/>
            <pc:sldMk cId="4161589437" sldId="326"/>
            <ac:spMk id="5" creationId="{73A64C4F-7A42-518E-D003-CD6D1C38B8BB}"/>
          </ac:spMkLst>
        </pc:spChg>
        <pc:spChg chg="mod">
          <ac:chgData name="Anton Schmierer" userId="cd19fb61ffe98ab8" providerId="LiveId" clId="{80B9D0F7-EA3F-41F2-A018-82727FD7D854}" dt="2025-11-03T14:44:52.912" v="6" actId="20577"/>
          <ac:spMkLst>
            <pc:docMk/>
            <pc:sldMk cId="4161589437" sldId="326"/>
            <ac:spMk id="13" creationId="{9E0F501C-7EDD-EEF4-10C7-01AE4DDAD3A3}"/>
          </ac:spMkLst>
        </pc:spChg>
        <pc:spChg chg="mod">
          <ac:chgData name="Anton Schmierer" userId="cd19fb61ffe98ab8" providerId="LiveId" clId="{80B9D0F7-EA3F-41F2-A018-82727FD7D854}" dt="2025-11-03T14:44:38.919" v="4" actId="207"/>
          <ac:spMkLst>
            <pc:docMk/>
            <pc:sldMk cId="4161589437" sldId="326"/>
            <ac:spMk id="16" creationId="{DF65658E-2669-9D66-7D0E-A8B865C3435D}"/>
          </ac:spMkLst>
        </pc:spChg>
        <pc:spChg chg="mod">
          <ac:chgData name="Anton Schmierer" userId="cd19fb61ffe98ab8" providerId="LiveId" clId="{80B9D0F7-EA3F-41F2-A018-82727FD7D854}" dt="2025-11-03T14:45:32.608" v="12" actId="21"/>
          <ac:spMkLst>
            <pc:docMk/>
            <pc:sldMk cId="4161589437" sldId="326"/>
            <ac:spMk id="23" creationId="{929F4E60-0869-352B-3917-F4F772838C32}"/>
          </ac:spMkLst>
        </pc:spChg>
        <pc:spChg chg="mod">
          <ac:chgData name="Anton Schmierer" userId="cd19fb61ffe98ab8" providerId="LiveId" clId="{80B9D0F7-EA3F-41F2-A018-82727FD7D854}" dt="2025-11-03T14:44:38.919" v="4" actId="207"/>
          <ac:spMkLst>
            <pc:docMk/>
            <pc:sldMk cId="4161589437" sldId="326"/>
            <ac:spMk id="29" creationId="{1C49140B-90E8-CD57-F810-3420661164B3}"/>
          </ac:spMkLst>
        </pc:spChg>
        <pc:spChg chg="mod">
          <ac:chgData name="Anton Schmierer" userId="cd19fb61ffe98ab8" providerId="LiveId" clId="{80B9D0F7-EA3F-41F2-A018-82727FD7D854}" dt="2025-11-03T14:44:38.919" v="4" actId="207"/>
          <ac:spMkLst>
            <pc:docMk/>
            <pc:sldMk cId="4161589437" sldId="326"/>
            <ac:spMk id="32" creationId="{DD361AF4-BA5C-9964-D0EC-7BE5407A5017}"/>
          </ac:spMkLst>
        </pc:spChg>
        <pc:spChg chg="mod">
          <ac:chgData name="Anton Schmierer" userId="cd19fb61ffe98ab8" providerId="LiveId" clId="{80B9D0F7-EA3F-41F2-A018-82727FD7D854}" dt="2025-11-03T14:44:38.919" v="4" actId="207"/>
          <ac:spMkLst>
            <pc:docMk/>
            <pc:sldMk cId="4161589437" sldId="326"/>
            <ac:spMk id="37" creationId="{5A11AB4B-1235-FB0D-DA58-107CC2A61348}"/>
          </ac:spMkLst>
        </pc:spChg>
        <pc:spChg chg="mod">
          <ac:chgData name="Anton Schmierer" userId="cd19fb61ffe98ab8" providerId="LiveId" clId="{80B9D0F7-EA3F-41F2-A018-82727FD7D854}" dt="2025-11-03T14:44:38.919" v="4" actId="207"/>
          <ac:spMkLst>
            <pc:docMk/>
            <pc:sldMk cId="4161589437" sldId="326"/>
            <ac:spMk id="38" creationId="{9C8019AA-6C21-F77F-ADB4-CFEA43654DF3}"/>
          </ac:spMkLst>
        </pc:spChg>
        <pc:spChg chg="mod">
          <ac:chgData name="Anton Schmierer" userId="cd19fb61ffe98ab8" providerId="LiveId" clId="{80B9D0F7-EA3F-41F2-A018-82727FD7D854}" dt="2025-11-03T14:44:38.919" v="4" actId="207"/>
          <ac:spMkLst>
            <pc:docMk/>
            <pc:sldMk cId="4161589437" sldId="326"/>
            <ac:spMk id="39" creationId="{0C4B31DF-787C-0B08-752B-276F57E64B35}"/>
          </ac:spMkLst>
        </pc:spChg>
        <pc:spChg chg="mod">
          <ac:chgData name="Anton Schmierer" userId="cd19fb61ffe98ab8" providerId="LiveId" clId="{80B9D0F7-EA3F-41F2-A018-82727FD7D854}" dt="2025-11-03T14:44:38.919" v="4" actId="207"/>
          <ac:spMkLst>
            <pc:docMk/>
            <pc:sldMk cId="4161589437" sldId="326"/>
            <ac:spMk id="40" creationId="{0AE0F170-EC26-6626-1713-0DCF8ABB5F42}"/>
          </ac:spMkLst>
        </pc:spChg>
        <pc:spChg chg="mod">
          <ac:chgData name="Anton Schmierer" userId="cd19fb61ffe98ab8" providerId="LiveId" clId="{80B9D0F7-EA3F-41F2-A018-82727FD7D854}" dt="2025-11-03T14:44:38.919" v="4" actId="207"/>
          <ac:spMkLst>
            <pc:docMk/>
            <pc:sldMk cId="4161589437" sldId="326"/>
            <ac:spMk id="41" creationId="{B6AF39D2-A358-D179-08A4-D67BEBE4EBB0}"/>
          </ac:spMkLst>
        </pc:spChg>
        <pc:spChg chg="mod">
          <ac:chgData name="Anton Schmierer" userId="cd19fb61ffe98ab8" providerId="LiveId" clId="{80B9D0F7-EA3F-41F2-A018-82727FD7D854}" dt="2025-11-03T14:44:38.919" v="4" actId="207"/>
          <ac:spMkLst>
            <pc:docMk/>
            <pc:sldMk cId="4161589437" sldId="326"/>
            <ac:spMk id="42" creationId="{67CFCD9B-60C5-9C9D-4692-90A045EC6DDB}"/>
          </ac:spMkLst>
        </pc:spChg>
      </pc:sldChg>
      <pc:sldChg chg="modSp add mod">
        <pc:chgData name="Anton Schmierer" userId="cd19fb61ffe98ab8" providerId="LiveId" clId="{80B9D0F7-EA3F-41F2-A018-82727FD7D854}" dt="2025-11-03T16:39:02.348" v="811"/>
        <pc:sldMkLst>
          <pc:docMk/>
          <pc:sldMk cId="1502457415" sldId="327"/>
        </pc:sldMkLst>
        <pc:spChg chg="mod">
          <ac:chgData name="Anton Schmierer" userId="cd19fb61ffe98ab8" providerId="LiveId" clId="{80B9D0F7-EA3F-41F2-A018-82727FD7D854}" dt="2025-11-03T16:39:02.348" v="811"/>
          <ac:spMkLst>
            <pc:docMk/>
            <pc:sldMk cId="1502457415" sldId="327"/>
            <ac:spMk id="5" creationId="{C69FB284-C2BF-0236-A55A-E4F74249EFC0}"/>
          </ac:spMkLst>
        </pc:spChg>
        <pc:spChg chg="mod">
          <ac:chgData name="Anton Schmierer" userId="cd19fb61ffe98ab8" providerId="LiveId" clId="{80B9D0F7-EA3F-41F2-A018-82727FD7D854}" dt="2025-11-03T14:48:23.339" v="97" actId="20577"/>
          <ac:spMkLst>
            <pc:docMk/>
            <pc:sldMk cId="1502457415" sldId="327"/>
            <ac:spMk id="13" creationId="{09747C5C-462C-180D-375C-CE82B6AF27BB}"/>
          </ac:spMkLst>
        </pc:spChg>
        <pc:spChg chg="mod">
          <ac:chgData name="Anton Schmierer" userId="cd19fb61ffe98ab8" providerId="LiveId" clId="{80B9D0F7-EA3F-41F2-A018-82727FD7D854}" dt="2025-11-03T14:48:33.653" v="103" actId="20577"/>
          <ac:spMkLst>
            <pc:docMk/>
            <pc:sldMk cId="1502457415" sldId="327"/>
            <ac:spMk id="14" creationId="{488B6389-8D79-B2A0-DD80-265DC92B720F}"/>
          </ac:spMkLst>
        </pc:spChg>
        <pc:spChg chg="mod">
          <ac:chgData name="Anton Schmierer" userId="cd19fb61ffe98ab8" providerId="LiveId" clId="{80B9D0F7-EA3F-41F2-A018-82727FD7D854}" dt="2025-11-03T14:45:39.859" v="15" actId="20577"/>
          <ac:spMkLst>
            <pc:docMk/>
            <pc:sldMk cId="1502457415" sldId="327"/>
            <ac:spMk id="23" creationId="{BDF99C51-6CFD-8D4F-58D7-F3A4614BF477}"/>
          </ac:spMkLst>
        </pc:spChg>
        <pc:spChg chg="mod">
          <ac:chgData name="Anton Schmierer" userId="cd19fb61ffe98ab8" providerId="LiveId" clId="{80B9D0F7-EA3F-41F2-A018-82727FD7D854}" dt="2025-11-03T14:45:49.545" v="17" actId="207"/>
          <ac:spMkLst>
            <pc:docMk/>
            <pc:sldMk cId="1502457415" sldId="327"/>
            <ac:spMk id="30" creationId="{726EC781-458B-B736-79B8-E20DAAEF5F96}"/>
          </ac:spMkLst>
        </pc:spChg>
        <pc:spChg chg="mod">
          <ac:chgData name="Anton Schmierer" userId="cd19fb61ffe98ab8" providerId="LiveId" clId="{80B9D0F7-EA3F-41F2-A018-82727FD7D854}" dt="2025-11-03T16:00:09.395" v="208" actId="20577"/>
          <ac:spMkLst>
            <pc:docMk/>
            <pc:sldMk cId="1502457415" sldId="327"/>
            <ac:spMk id="33" creationId="{8EB22572-DF8D-341F-ABB5-C09C933F7D7B}"/>
          </ac:spMkLst>
        </pc:spChg>
        <pc:spChg chg="mod">
          <ac:chgData name="Anton Schmierer" userId="cd19fb61ffe98ab8" providerId="LiveId" clId="{80B9D0F7-EA3F-41F2-A018-82727FD7D854}" dt="2025-11-03T14:46:21.464" v="27" actId="207"/>
          <ac:spMkLst>
            <pc:docMk/>
            <pc:sldMk cId="1502457415" sldId="327"/>
            <ac:spMk id="36" creationId="{AB308A06-CBA1-09B7-AFC4-058B36BE3F0D}"/>
          </ac:spMkLst>
        </pc:spChg>
        <pc:spChg chg="mod">
          <ac:chgData name="Anton Schmierer" userId="cd19fb61ffe98ab8" providerId="LiveId" clId="{80B9D0F7-EA3F-41F2-A018-82727FD7D854}" dt="2025-11-03T14:47:42.392" v="81" actId="404"/>
          <ac:spMkLst>
            <pc:docMk/>
            <pc:sldMk cId="1502457415" sldId="327"/>
            <ac:spMk id="37" creationId="{995E401C-C94A-8A71-FC07-BDE7AE9F0AF4}"/>
          </ac:spMkLst>
        </pc:spChg>
        <pc:spChg chg="mod">
          <ac:chgData name="Anton Schmierer" userId="cd19fb61ffe98ab8" providerId="LiveId" clId="{80B9D0F7-EA3F-41F2-A018-82727FD7D854}" dt="2025-11-03T14:47:48.373" v="84" actId="404"/>
          <ac:spMkLst>
            <pc:docMk/>
            <pc:sldMk cId="1502457415" sldId="327"/>
            <ac:spMk id="38" creationId="{314B1E34-F297-17E8-1E54-7170D5A3977B}"/>
          </ac:spMkLst>
        </pc:spChg>
        <pc:spChg chg="mod">
          <ac:chgData name="Anton Schmierer" userId="cd19fb61ffe98ab8" providerId="LiveId" clId="{80B9D0F7-EA3F-41F2-A018-82727FD7D854}" dt="2025-11-03T14:47:37.763" v="78" actId="404"/>
          <ac:spMkLst>
            <pc:docMk/>
            <pc:sldMk cId="1502457415" sldId="327"/>
            <ac:spMk id="39" creationId="{E27190E2-6B35-B5ED-F304-D627FB46B6EC}"/>
          </ac:spMkLst>
        </pc:spChg>
        <pc:spChg chg="mod">
          <ac:chgData name="Anton Schmierer" userId="cd19fb61ffe98ab8" providerId="LiveId" clId="{80B9D0F7-EA3F-41F2-A018-82727FD7D854}" dt="2025-11-03T14:47:57.445" v="91" actId="403"/>
          <ac:spMkLst>
            <pc:docMk/>
            <pc:sldMk cId="1502457415" sldId="327"/>
            <ac:spMk id="40" creationId="{0579EB63-D97B-DC06-C158-259135B905C7}"/>
          </ac:spMkLst>
        </pc:spChg>
        <pc:spChg chg="mod">
          <ac:chgData name="Anton Schmierer" userId="cd19fb61ffe98ab8" providerId="LiveId" clId="{80B9D0F7-EA3F-41F2-A018-82727FD7D854}" dt="2025-11-03T14:47:34.419" v="75" actId="404"/>
          <ac:spMkLst>
            <pc:docMk/>
            <pc:sldMk cId="1502457415" sldId="327"/>
            <ac:spMk id="41" creationId="{BC9273B8-F843-0FA2-4E8A-C550E978B122}"/>
          </ac:spMkLst>
        </pc:spChg>
        <pc:spChg chg="mod">
          <ac:chgData name="Anton Schmierer" userId="cd19fb61ffe98ab8" providerId="LiveId" clId="{80B9D0F7-EA3F-41F2-A018-82727FD7D854}" dt="2025-11-03T16:37:33.188" v="795" actId="20577"/>
          <ac:spMkLst>
            <pc:docMk/>
            <pc:sldMk cId="1502457415" sldId="327"/>
            <ac:spMk id="42" creationId="{C0E38685-899F-1A2D-161B-208CEB224466}"/>
          </ac:spMkLst>
        </pc:spChg>
      </pc:sldChg>
      <pc:sldChg chg="modSp add mod ord">
        <pc:chgData name="Anton Schmierer" userId="cd19fb61ffe98ab8" providerId="LiveId" clId="{80B9D0F7-EA3F-41F2-A018-82727FD7D854}" dt="2025-11-03T16:38:58.191" v="810"/>
        <pc:sldMkLst>
          <pc:docMk/>
          <pc:sldMk cId="3844318864" sldId="328"/>
        </pc:sldMkLst>
        <pc:spChg chg="mod">
          <ac:chgData name="Anton Schmierer" userId="cd19fb61ffe98ab8" providerId="LiveId" clId="{80B9D0F7-EA3F-41F2-A018-82727FD7D854}" dt="2025-11-03T16:38:58.191" v="810"/>
          <ac:spMkLst>
            <pc:docMk/>
            <pc:sldMk cId="3844318864" sldId="328"/>
            <ac:spMk id="5" creationId="{2DEBCB09-1C81-3668-9F1F-6F51E46EC7D4}"/>
          </ac:spMkLst>
        </pc:spChg>
        <pc:spChg chg="mod">
          <ac:chgData name="Anton Schmierer" userId="cd19fb61ffe98ab8" providerId="LiveId" clId="{80B9D0F7-EA3F-41F2-A018-82727FD7D854}" dt="2025-11-03T14:48:54.027" v="110" actId="20577"/>
          <ac:spMkLst>
            <pc:docMk/>
            <pc:sldMk cId="3844318864" sldId="328"/>
            <ac:spMk id="13" creationId="{7EF44560-8B8B-2EB2-1A6F-C50C2C85F908}"/>
          </ac:spMkLst>
        </pc:spChg>
        <pc:spChg chg="mod">
          <ac:chgData name="Anton Schmierer" userId="cd19fb61ffe98ab8" providerId="LiveId" clId="{80B9D0F7-EA3F-41F2-A018-82727FD7D854}" dt="2025-11-03T14:50:15.335" v="114" actId="207"/>
          <ac:spMkLst>
            <pc:docMk/>
            <pc:sldMk cId="3844318864" sldId="328"/>
            <ac:spMk id="23" creationId="{230BEEE7-22E4-62F4-1B1F-DBDA16EDC2EC}"/>
          </ac:spMkLst>
        </pc:spChg>
        <pc:spChg chg="mod">
          <ac:chgData name="Anton Schmierer" userId="cd19fb61ffe98ab8" providerId="LiveId" clId="{80B9D0F7-EA3F-41F2-A018-82727FD7D854}" dt="2025-11-03T14:50:28.168" v="118" actId="12"/>
          <ac:spMkLst>
            <pc:docMk/>
            <pc:sldMk cId="3844318864" sldId="328"/>
            <ac:spMk id="30" creationId="{E08DD6FD-D024-FC84-0869-E9CAC5FD7ACC}"/>
          </ac:spMkLst>
        </pc:spChg>
        <pc:spChg chg="mod">
          <ac:chgData name="Anton Schmierer" userId="cd19fb61ffe98ab8" providerId="LiveId" clId="{80B9D0F7-EA3F-41F2-A018-82727FD7D854}" dt="2025-11-03T16:00:14.004" v="210" actId="20577"/>
          <ac:spMkLst>
            <pc:docMk/>
            <pc:sldMk cId="3844318864" sldId="328"/>
            <ac:spMk id="33" creationId="{82DEB557-2C79-7109-6E83-58D0EF5FDC5E}"/>
          </ac:spMkLst>
        </pc:spChg>
        <pc:spChg chg="mod">
          <ac:chgData name="Anton Schmierer" userId="cd19fb61ffe98ab8" providerId="LiveId" clId="{80B9D0F7-EA3F-41F2-A018-82727FD7D854}" dt="2025-11-03T14:50:39.108" v="120" actId="207"/>
          <ac:spMkLst>
            <pc:docMk/>
            <pc:sldMk cId="3844318864" sldId="328"/>
            <ac:spMk id="36" creationId="{469CF130-45D1-C5A4-9737-1A9A28C7EEC9}"/>
          </ac:spMkLst>
        </pc:spChg>
        <pc:spChg chg="mod">
          <ac:chgData name="Anton Schmierer" userId="cd19fb61ffe98ab8" providerId="LiveId" clId="{80B9D0F7-EA3F-41F2-A018-82727FD7D854}" dt="2025-11-03T14:50:46.405" v="121" actId="20577"/>
          <ac:spMkLst>
            <pc:docMk/>
            <pc:sldMk cId="3844318864" sldId="328"/>
            <ac:spMk id="37" creationId="{FD28E50D-5892-BD28-F6A6-7EC65F1EAA36}"/>
          </ac:spMkLst>
        </pc:spChg>
        <pc:spChg chg="mod">
          <ac:chgData name="Anton Schmierer" userId="cd19fb61ffe98ab8" providerId="LiveId" clId="{80B9D0F7-EA3F-41F2-A018-82727FD7D854}" dt="2025-11-03T14:50:48.820" v="122" actId="20577"/>
          <ac:spMkLst>
            <pc:docMk/>
            <pc:sldMk cId="3844318864" sldId="328"/>
            <ac:spMk id="38" creationId="{8EC95992-8C35-D139-64C5-E95851F4F175}"/>
          </ac:spMkLst>
        </pc:spChg>
        <pc:spChg chg="mod">
          <ac:chgData name="Anton Schmierer" userId="cd19fb61ffe98ab8" providerId="LiveId" clId="{80B9D0F7-EA3F-41F2-A018-82727FD7D854}" dt="2025-11-03T14:50:54.205" v="128" actId="20577"/>
          <ac:spMkLst>
            <pc:docMk/>
            <pc:sldMk cId="3844318864" sldId="328"/>
            <ac:spMk id="39" creationId="{94CC5B3D-5700-59F3-2888-42C92793622D}"/>
          </ac:spMkLst>
        </pc:spChg>
        <pc:spChg chg="mod">
          <ac:chgData name="Anton Schmierer" userId="cd19fb61ffe98ab8" providerId="LiveId" clId="{80B9D0F7-EA3F-41F2-A018-82727FD7D854}" dt="2025-11-03T16:37:24.779" v="791" actId="20577"/>
          <ac:spMkLst>
            <pc:docMk/>
            <pc:sldMk cId="3844318864" sldId="328"/>
            <ac:spMk id="42" creationId="{32A4DA0B-AF58-4E74-D8BF-E16B37C8030A}"/>
          </ac:spMkLst>
        </pc:spChg>
      </pc:sldChg>
      <pc:sldChg chg="add del ord">
        <pc:chgData name="Anton Schmierer" userId="cd19fb61ffe98ab8" providerId="LiveId" clId="{80B9D0F7-EA3F-41F2-A018-82727FD7D854}" dt="2025-11-03T14:48:39.763" v="104" actId="47"/>
        <pc:sldMkLst>
          <pc:docMk/>
          <pc:sldMk cId="4110913214" sldId="328"/>
        </pc:sldMkLst>
      </pc:sldChg>
      <pc:sldChg chg="modSp add mod ord">
        <pc:chgData name="Anton Schmierer" userId="cd19fb61ffe98ab8" providerId="LiveId" clId="{80B9D0F7-EA3F-41F2-A018-82727FD7D854}" dt="2025-11-03T16:38:51.089" v="808"/>
        <pc:sldMkLst>
          <pc:docMk/>
          <pc:sldMk cId="954146459" sldId="329"/>
        </pc:sldMkLst>
        <pc:spChg chg="mod">
          <ac:chgData name="Anton Schmierer" userId="cd19fb61ffe98ab8" providerId="LiveId" clId="{80B9D0F7-EA3F-41F2-A018-82727FD7D854}" dt="2025-11-03T16:38:51.089" v="808"/>
          <ac:spMkLst>
            <pc:docMk/>
            <pc:sldMk cId="954146459" sldId="329"/>
            <ac:spMk id="5" creationId="{5AEEF471-1D3E-0E5A-BCA3-5197796F4383}"/>
          </ac:spMkLst>
        </pc:spChg>
        <pc:spChg chg="mod">
          <ac:chgData name="Anton Schmierer" userId="cd19fb61ffe98ab8" providerId="LiveId" clId="{80B9D0F7-EA3F-41F2-A018-82727FD7D854}" dt="2025-11-03T15:59:00.706" v="195" actId="20577"/>
          <ac:spMkLst>
            <pc:docMk/>
            <pc:sldMk cId="954146459" sldId="329"/>
            <ac:spMk id="13" creationId="{EC58A9FA-7A71-ED8C-DCE8-3DF2DC34C88C}"/>
          </ac:spMkLst>
        </pc:spChg>
        <pc:spChg chg="mod">
          <ac:chgData name="Anton Schmierer" userId="cd19fb61ffe98ab8" providerId="LiveId" clId="{80B9D0F7-EA3F-41F2-A018-82727FD7D854}" dt="2025-11-03T16:00:47.952" v="217" actId="20577"/>
          <ac:spMkLst>
            <pc:docMk/>
            <pc:sldMk cId="954146459" sldId="329"/>
            <ac:spMk id="23" creationId="{B092BE16-C491-41C0-E298-7F1046D7041E}"/>
          </ac:spMkLst>
        </pc:spChg>
        <pc:spChg chg="mod">
          <ac:chgData name="Anton Schmierer" userId="cd19fb61ffe98ab8" providerId="LiveId" clId="{80B9D0F7-EA3F-41F2-A018-82727FD7D854}" dt="2025-11-03T15:59:48.026" v="202" actId="20577"/>
          <ac:spMkLst>
            <pc:docMk/>
            <pc:sldMk cId="954146459" sldId="329"/>
            <ac:spMk id="30" creationId="{4453C8E0-9534-42E2-7950-C3E72CF4760B}"/>
          </ac:spMkLst>
        </pc:spChg>
        <pc:spChg chg="mod">
          <ac:chgData name="Anton Schmierer" userId="cd19fb61ffe98ab8" providerId="LiveId" clId="{80B9D0F7-EA3F-41F2-A018-82727FD7D854}" dt="2025-11-03T15:59:57.975" v="204" actId="20577"/>
          <ac:spMkLst>
            <pc:docMk/>
            <pc:sldMk cId="954146459" sldId="329"/>
            <ac:spMk id="33" creationId="{9076759C-53A5-2369-BDC1-63F6593A3CC6}"/>
          </ac:spMkLst>
        </pc:spChg>
        <pc:spChg chg="mod">
          <ac:chgData name="Anton Schmierer" userId="cd19fb61ffe98ab8" providerId="LiveId" clId="{80B9D0F7-EA3F-41F2-A018-82727FD7D854}" dt="2025-11-03T16:24:40.195" v="630" actId="20577"/>
          <ac:spMkLst>
            <pc:docMk/>
            <pc:sldMk cId="954146459" sldId="329"/>
            <ac:spMk id="36" creationId="{EF0043B3-4773-B35F-7F4C-44714A976CA9}"/>
          </ac:spMkLst>
        </pc:spChg>
        <pc:spChg chg="mod">
          <ac:chgData name="Anton Schmierer" userId="cd19fb61ffe98ab8" providerId="LiveId" clId="{80B9D0F7-EA3F-41F2-A018-82727FD7D854}" dt="2025-11-03T16:00:57.476" v="218" actId="20577"/>
          <ac:spMkLst>
            <pc:docMk/>
            <pc:sldMk cId="954146459" sldId="329"/>
            <ac:spMk id="37" creationId="{1D631C4A-6336-DC07-3548-B5D530B5C0A7}"/>
          </ac:spMkLst>
        </pc:spChg>
        <pc:spChg chg="mod">
          <ac:chgData name="Anton Schmierer" userId="cd19fb61ffe98ab8" providerId="LiveId" clId="{80B9D0F7-EA3F-41F2-A018-82727FD7D854}" dt="2025-11-03T16:00:59.491" v="219" actId="20577"/>
          <ac:spMkLst>
            <pc:docMk/>
            <pc:sldMk cId="954146459" sldId="329"/>
            <ac:spMk id="38" creationId="{8DF26AFA-BECA-EB66-B08F-87336992684B}"/>
          </ac:spMkLst>
        </pc:spChg>
        <pc:spChg chg="mod">
          <ac:chgData name="Anton Schmierer" userId="cd19fb61ffe98ab8" providerId="LiveId" clId="{80B9D0F7-EA3F-41F2-A018-82727FD7D854}" dt="2025-11-03T16:01:02.932" v="223" actId="20577"/>
          <ac:spMkLst>
            <pc:docMk/>
            <pc:sldMk cId="954146459" sldId="329"/>
            <ac:spMk id="39" creationId="{59F14605-3851-4C54-B10B-ACBC96897DDE}"/>
          </ac:spMkLst>
        </pc:spChg>
        <pc:spChg chg="mod">
          <ac:chgData name="Anton Schmierer" userId="cd19fb61ffe98ab8" providerId="LiveId" clId="{80B9D0F7-EA3F-41F2-A018-82727FD7D854}" dt="2025-11-03T16:02:16.127" v="295" actId="20577"/>
          <ac:spMkLst>
            <pc:docMk/>
            <pc:sldMk cId="954146459" sldId="329"/>
            <ac:spMk id="40" creationId="{EDAC603B-C06F-740A-E1E5-2CE39F1AD986}"/>
          </ac:spMkLst>
        </pc:spChg>
        <pc:spChg chg="mod">
          <ac:chgData name="Anton Schmierer" userId="cd19fb61ffe98ab8" providerId="LiveId" clId="{80B9D0F7-EA3F-41F2-A018-82727FD7D854}" dt="2025-11-03T16:37:12.328" v="783" actId="20577"/>
          <ac:spMkLst>
            <pc:docMk/>
            <pc:sldMk cId="954146459" sldId="329"/>
            <ac:spMk id="42" creationId="{B6645673-F64C-2909-20F3-0D42EAAD42C4}"/>
          </ac:spMkLst>
        </pc:spChg>
      </pc:sldChg>
      <pc:sldChg chg="modSp add mod">
        <pc:chgData name="Anton Schmierer" userId="cd19fb61ffe98ab8" providerId="LiveId" clId="{80B9D0F7-EA3F-41F2-A018-82727FD7D854}" dt="2025-11-03T16:35:26.213" v="719" actId="20577"/>
        <pc:sldMkLst>
          <pc:docMk/>
          <pc:sldMk cId="1339209740" sldId="330"/>
        </pc:sldMkLst>
        <pc:spChg chg="mod">
          <ac:chgData name="Anton Schmierer" userId="cd19fb61ffe98ab8" providerId="LiveId" clId="{80B9D0F7-EA3F-41F2-A018-82727FD7D854}" dt="2025-11-03T16:14:15.434" v="515" actId="20577"/>
          <ac:spMkLst>
            <pc:docMk/>
            <pc:sldMk cId="1339209740" sldId="330"/>
            <ac:spMk id="23" creationId="{6DD8798C-9846-824E-B3B1-C5C10749438D}"/>
          </ac:spMkLst>
        </pc:spChg>
        <pc:spChg chg="mod">
          <ac:chgData name="Anton Schmierer" userId="cd19fb61ffe98ab8" providerId="LiveId" clId="{80B9D0F7-EA3F-41F2-A018-82727FD7D854}" dt="2025-11-03T16:14:18.310" v="516" actId="20577"/>
          <ac:spMkLst>
            <pc:docMk/>
            <pc:sldMk cId="1339209740" sldId="330"/>
            <ac:spMk id="30" creationId="{2707EFF0-0358-C388-52AA-509B25C57232}"/>
          </ac:spMkLst>
        </pc:spChg>
        <pc:spChg chg="mod">
          <ac:chgData name="Anton Schmierer" userId="cd19fb61ffe98ab8" providerId="LiveId" clId="{80B9D0F7-EA3F-41F2-A018-82727FD7D854}" dt="2025-11-03T16:13:55.237" v="507" actId="20577"/>
          <ac:spMkLst>
            <pc:docMk/>
            <pc:sldMk cId="1339209740" sldId="330"/>
            <ac:spMk id="33" creationId="{03DD2826-F937-C0B7-A640-E95A663B5EDD}"/>
          </ac:spMkLst>
        </pc:spChg>
        <pc:spChg chg="mod">
          <ac:chgData name="Anton Schmierer" userId="cd19fb61ffe98ab8" providerId="LiveId" clId="{80B9D0F7-EA3F-41F2-A018-82727FD7D854}" dt="2025-11-03T16:14:21.027" v="517" actId="20577"/>
          <ac:spMkLst>
            <pc:docMk/>
            <pc:sldMk cId="1339209740" sldId="330"/>
            <ac:spMk id="36" creationId="{FA260BE3-BC49-1D35-2774-58F1A8B11F71}"/>
          </ac:spMkLst>
        </pc:spChg>
        <pc:spChg chg="mod">
          <ac:chgData name="Anton Schmierer" userId="cd19fb61ffe98ab8" providerId="LiveId" clId="{80B9D0F7-EA3F-41F2-A018-82727FD7D854}" dt="2025-11-03T16:35:26.213" v="719" actId="20577"/>
          <ac:spMkLst>
            <pc:docMk/>
            <pc:sldMk cId="1339209740" sldId="330"/>
            <ac:spMk id="42" creationId="{A08F465A-9724-A8DF-6B98-CEE36F3CECE1}"/>
          </ac:spMkLst>
        </pc:spChg>
      </pc:sldChg>
      <pc:sldChg chg="modSp add mod">
        <pc:chgData name="Anton Schmierer" userId="cd19fb61ffe98ab8" providerId="LiveId" clId="{80B9D0F7-EA3F-41F2-A018-82727FD7D854}" dt="2025-11-03T16:35:33.200" v="723" actId="20577"/>
        <pc:sldMkLst>
          <pc:docMk/>
          <pc:sldMk cId="447417242" sldId="331"/>
        </pc:sldMkLst>
        <pc:spChg chg="mod">
          <ac:chgData name="Anton Schmierer" userId="cd19fb61ffe98ab8" providerId="LiveId" clId="{80B9D0F7-EA3F-41F2-A018-82727FD7D854}" dt="2025-11-03T16:35:00.292" v="711" actId="20577"/>
          <ac:spMkLst>
            <pc:docMk/>
            <pc:sldMk cId="447417242" sldId="331"/>
            <ac:spMk id="23" creationId="{929F4E60-0869-352B-3917-F4F772838C32}"/>
          </ac:spMkLst>
        </pc:spChg>
        <pc:spChg chg="mod">
          <ac:chgData name="Anton Schmierer" userId="cd19fb61ffe98ab8" providerId="LiveId" clId="{80B9D0F7-EA3F-41F2-A018-82727FD7D854}" dt="2025-11-03T16:14:25.509" v="518" actId="20577"/>
          <ac:spMkLst>
            <pc:docMk/>
            <pc:sldMk cId="447417242" sldId="331"/>
            <ac:spMk id="30" creationId="{825F9097-AEE0-B324-9BEE-3F8E06DF50DE}"/>
          </ac:spMkLst>
        </pc:spChg>
        <pc:spChg chg="mod">
          <ac:chgData name="Anton Schmierer" userId="cd19fb61ffe98ab8" providerId="LiveId" clId="{80B9D0F7-EA3F-41F2-A018-82727FD7D854}" dt="2025-11-03T16:14:26.363" v="519" actId="20577"/>
          <ac:spMkLst>
            <pc:docMk/>
            <pc:sldMk cId="447417242" sldId="331"/>
            <ac:spMk id="33" creationId="{749F0444-9F90-80CD-16E8-AF251010BEDC}"/>
          </ac:spMkLst>
        </pc:spChg>
        <pc:spChg chg="mod">
          <ac:chgData name="Anton Schmierer" userId="cd19fb61ffe98ab8" providerId="LiveId" clId="{80B9D0F7-EA3F-41F2-A018-82727FD7D854}" dt="2025-11-03T16:27:31.642" v="677" actId="20577"/>
          <ac:spMkLst>
            <pc:docMk/>
            <pc:sldMk cId="447417242" sldId="331"/>
            <ac:spMk id="36" creationId="{70CE36B2-422A-5142-2384-A14E86CE427D}"/>
          </ac:spMkLst>
        </pc:spChg>
        <pc:spChg chg="mod">
          <ac:chgData name="Anton Schmierer" userId="cd19fb61ffe98ab8" providerId="LiveId" clId="{80B9D0F7-EA3F-41F2-A018-82727FD7D854}" dt="2025-11-03T16:35:33.200" v="723" actId="20577"/>
          <ac:spMkLst>
            <pc:docMk/>
            <pc:sldMk cId="447417242" sldId="331"/>
            <ac:spMk id="42" creationId="{67CFCD9B-60C5-9C9D-4692-90A045EC6DDB}"/>
          </ac:spMkLst>
        </pc:spChg>
      </pc:sldChg>
      <pc:sldChg chg="addSp modSp add mod">
        <pc:chgData name="Anton Schmierer" userId="cd19fb61ffe98ab8" providerId="LiveId" clId="{80B9D0F7-EA3F-41F2-A018-82727FD7D854}" dt="2025-11-03T16:35:40.252" v="729" actId="20577"/>
        <pc:sldMkLst>
          <pc:docMk/>
          <pc:sldMk cId="2907067480" sldId="332"/>
        </pc:sldMkLst>
        <pc:spChg chg="add">
          <ac:chgData name="Anton Schmierer" userId="cd19fb61ffe98ab8" providerId="LiveId" clId="{80B9D0F7-EA3F-41F2-A018-82727FD7D854}" dt="2025-11-03T16:25:53.924" v="633"/>
          <ac:spMkLst>
            <pc:docMk/>
            <pc:sldMk cId="2907067480" sldId="332"/>
            <ac:spMk id="2" creationId="{0112B370-7B96-1867-13BD-A335C7378DEE}"/>
          </ac:spMkLst>
        </pc:spChg>
        <pc:spChg chg="mod">
          <ac:chgData name="Anton Schmierer" userId="cd19fb61ffe98ab8" providerId="LiveId" clId="{80B9D0F7-EA3F-41F2-A018-82727FD7D854}" dt="2025-11-03T16:27:01.430" v="672" actId="20577"/>
          <ac:spMkLst>
            <pc:docMk/>
            <pc:sldMk cId="2907067480" sldId="332"/>
            <ac:spMk id="23" creationId="{787D399A-267F-7D26-7370-A34AF3D7C8F0}"/>
          </ac:spMkLst>
        </pc:spChg>
        <pc:spChg chg="mod">
          <ac:chgData name="Anton Schmierer" userId="cd19fb61ffe98ab8" providerId="LiveId" clId="{80B9D0F7-EA3F-41F2-A018-82727FD7D854}" dt="2025-11-03T16:27:04.608" v="674" actId="20577"/>
          <ac:spMkLst>
            <pc:docMk/>
            <pc:sldMk cId="2907067480" sldId="332"/>
            <ac:spMk id="30" creationId="{EC8E6657-B02C-C3AF-5941-D72454B89C63}"/>
          </ac:spMkLst>
        </pc:spChg>
        <pc:spChg chg="mod">
          <ac:chgData name="Anton Schmierer" userId="cd19fb61ffe98ab8" providerId="LiveId" clId="{80B9D0F7-EA3F-41F2-A018-82727FD7D854}" dt="2025-11-03T16:27:06.375" v="675" actId="20577"/>
          <ac:spMkLst>
            <pc:docMk/>
            <pc:sldMk cId="2907067480" sldId="332"/>
            <ac:spMk id="33" creationId="{7C3296CC-971A-012B-C25E-231CEE9A5F9A}"/>
          </ac:spMkLst>
        </pc:spChg>
        <pc:spChg chg="mod">
          <ac:chgData name="Anton Schmierer" userId="cd19fb61ffe98ab8" providerId="LiveId" clId="{80B9D0F7-EA3F-41F2-A018-82727FD7D854}" dt="2025-11-03T16:27:40.695" v="678" actId="20577"/>
          <ac:spMkLst>
            <pc:docMk/>
            <pc:sldMk cId="2907067480" sldId="332"/>
            <ac:spMk id="36" creationId="{77CA1A8E-09F1-4226-4710-11CF3832D6C9}"/>
          </ac:spMkLst>
        </pc:spChg>
        <pc:spChg chg="mod">
          <ac:chgData name="Anton Schmierer" userId="cd19fb61ffe98ab8" providerId="LiveId" clId="{80B9D0F7-EA3F-41F2-A018-82727FD7D854}" dt="2025-11-03T16:35:40.252" v="729" actId="20577"/>
          <ac:spMkLst>
            <pc:docMk/>
            <pc:sldMk cId="2907067480" sldId="332"/>
            <ac:spMk id="42" creationId="{20C31EDE-D7F4-18D1-89EF-01C108DD8A3E}"/>
          </ac:spMkLst>
        </pc:spChg>
      </pc:sldChg>
      <pc:sldChg chg="modSp add mod ord">
        <pc:chgData name="Anton Schmierer" userId="cd19fb61ffe98ab8" providerId="LiveId" clId="{80B9D0F7-EA3F-41F2-A018-82727FD7D854}" dt="2025-11-03T16:38:25.568" v="800" actId="20577"/>
        <pc:sldMkLst>
          <pc:docMk/>
          <pc:sldMk cId="2349099106" sldId="333"/>
        </pc:sldMkLst>
        <pc:spChg chg="mod">
          <ac:chgData name="Anton Schmierer" userId="cd19fb61ffe98ab8" providerId="LiveId" clId="{80B9D0F7-EA3F-41F2-A018-82727FD7D854}" dt="2025-11-03T16:38:25.568" v="800" actId="20577"/>
          <ac:spMkLst>
            <pc:docMk/>
            <pc:sldMk cId="2349099106" sldId="333"/>
            <ac:spMk id="5" creationId="{174B0679-DA45-6340-6568-1CD8C82AC091}"/>
          </ac:spMkLst>
        </pc:spChg>
        <pc:spChg chg="mod">
          <ac:chgData name="Anton Schmierer" userId="cd19fb61ffe98ab8" providerId="LiveId" clId="{80B9D0F7-EA3F-41F2-A018-82727FD7D854}" dt="2025-11-03T16:22:20.568" v="608" actId="20577"/>
          <ac:spMkLst>
            <pc:docMk/>
            <pc:sldMk cId="2349099106" sldId="333"/>
            <ac:spMk id="13" creationId="{BECC0E68-45EB-21F5-A7AE-5C1C41FDFFD8}"/>
          </ac:spMkLst>
        </pc:spChg>
        <pc:spChg chg="mod">
          <ac:chgData name="Anton Schmierer" userId="cd19fb61ffe98ab8" providerId="LiveId" clId="{80B9D0F7-EA3F-41F2-A018-82727FD7D854}" dt="2025-11-03T16:22:28.778" v="610" actId="207"/>
          <ac:spMkLst>
            <pc:docMk/>
            <pc:sldMk cId="2349099106" sldId="333"/>
            <ac:spMk id="23" creationId="{38564B6F-0CB7-98D9-DA3A-3D5B78C567B6}"/>
          </ac:spMkLst>
        </pc:spChg>
        <pc:spChg chg="mod">
          <ac:chgData name="Anton Schmierer" userId="cd19fb61ffe98ab8" providerId="LiveId" clId="{80B9D0F7-EA3F-41F2-A018-82727FD7D854}" dt="2025-11-03T16:22:36.266" v="612" actId="207"/>
          <ac:spMkLst>
            <pc:docMk/>
            <pc:sldMk cId="2349099106" sldId="333"/>
            <ac:spMk id="30" creationId="{BA1383F7-F14C-CD63-C343-05E5255D752A}"/>
          </ac:spMkLst>
        </pc:spChg>
        <pc:spChg chg="mod">
          <ac:chgData name="Anton Schmierer" userId="cd19fb61ffe98ab8" providerId="LiveId" clId="{80B9D0F7-EA3F-41F2-A018-82727FD7D854}" dt="2025-11-03T16:20:42.674" v="601" actId="20577"/>
          <ac:spMkLst>
            <pc:docMk/>
            <pc:sldMk cId="2349099106" sldId="333"/>
            <ac:spMk id="33" creationId="{6139A8E5-D128-A8DC-3079-B332AB968F73}"/>
          </ac:spMkLst>
        </pc:spChg>
        <pc:spChg chg="mod">
          <ac:chgData name="Anton Schmierer" userId="cd19fb61ffe98ab8" providerId="LiveId" clId="{80B9D0F7-EA3F-41F2-A018-82727FD7D854}" dt="2025-11-03T16:22:44.381" v="614" actId="207"/>
          <ac:spMkLst>
            <pc:docMk/>
            <pc:sldMk cId="2349099106" sldId="333"/>
            <ac:spMk id="36" creationId="{25FDBB5A-349D-05EB-9715-61CE3E24A518}"/>
          </ac:spMkLst>
        </pc:spChg>
        <pc:spChg chg="mod">
          <ac:chgData name="Anton Schmierer" userId="cd19fb61ffe98ab8" providerId="LiveId" clId="{80B9D0F7-EA3F-41F2-A018-82727FD7D854}" dt="2025-11-03T16:22:52.379" v="615" actId="20577"/>
          <ac:spMkLst>
            <pc:docMk/>
            <pc:sldMk cId="2349099106" sldId="333"/>
            <ac:spMk id="37" creationId="{68D72BA1-BCA1-94E5-B525-2E30D083AA9F}"/>
          </ac:spMkLst>
        </pc:spChg>
        <pc:spChg chg="mod">
          <ac:chgData name="Anton Schmierer" userId="cd19fb61ffe98ab8" providerId="LiveId" clId="{80B9D0F7-EA3F-41F2-A018-82727FD7D854}" dt="2025-11-03T16:22:56.791" v="616" actId="20577"/>
          <ac:spMkLst>
            <pc:docMk/>
            <pc:sldMk cId="2349099106" sldId="333"/>
            <ac:spMk id="38" creationId="{03C2FFEF-D98F-A39F-6C1C-71C5460177C2}"/>
          </ac:spMkLst>
        </pc:spChg>
        <pc:spChg chg="mod">
          <ac:chgData name="Anton Schmierer" userId="cd19fb61ffe98ab8" providerId="LiveId" clId="{80B9D0F7-EA3F-41F2-A018-82727FD7D854}" dt="2025-11-03T16:23:00.919" v="620" actId="20577"/>
          <ac:spMkLst>
            <pc:docMk/>
            <pc:sldMk cId="2349099106" sldId="333"/>
            <ac:spMk id="39" creationId="{4A6A1420-9076-2FA9-2B39-7B1AA96C6D56}"/>
          </ac:spMkLst>
        </pc:spChg>
        <pc:spChg chg="mod">
          <ac:chgData name="Anton Schmierer" userId="cd19fb61ffe98ab8" providerId="LiveId" clId="{80B9D0F7-EA3F-41F2-A018-82727FD7D854}" dt="2025-11-03T16:20:23.897" v="586" actId="20577"/>
          <ac:spMkLst>
            <pc:docMk/>
            <pc:sldMk cId="2349099106" sldId="333"/>
            <ac:spMk id="40" creationId="{053CEC56-3422-7DC7-C149-A0781C7DAC9D}"/>
          </ac:spMkLst>
        </pc:spChg>
        <pc:spChg chg="mod">
          <ac:chgData name="Anton Schmierer" userId="cd19fb61ffe98ab8" providerId="LiveId" clId="{80B9D0F7-EA3F-41F2-A018-82727FD7D854}" dt="2025-11-03T16:35:58.078" v="739" actId="20577"/>
          <ac:spMkLst>
            <pc:docMk/>
            <pc:sldMk cId="2349099106" sldId="333"/>
            <ac:spMk id="42" creationId="{8EBD4715-51FA-892F-7B93-B159AA099FBB}"/>
          </ac:spMkLst>
        </pc:spChg>
      </pc:sldChg>
      <pc:sldChg chg="modSp add mod">
        <pc:chgData name="Anton Schmierer" userId="cd19fb61ffe98ab8" providerId="LiveId" clId="{80B9D0F7-EA3F-41F2-A018-82727FD7D854}" dt="2025-11-03T16:38:34.805" v="802"/>
        <pc:sldMkLst>
          <pc:docMk/>
          <pc:sldMk cId="1689348678" sldId="334"/>
        </pc:sldMkLst>
        <pc:spChg chg="mod">
          <ac:chgData name="Anton Schmierer" userId="cd19fb61ffe98ab8" providerId="LiveId" clId="{80B9D0F7-EA3F-41F2-A018-82727FD7D854}" dt="2025-11-03T16:38:34.805" v="802"/>
          <ac:spMkLst>
            <pc:docMk/>
            <pc:sldMk cId="1689348678" sldId="334"/>
            <ac:spMk id="5" creationId="{E9122EE5-282F-E1D9-3F5D-3C4B9EC7ED21}"/>
          </ac:spMkLst>
        </pc:spChg>
        <pc:spChg chg="mod">
          <ac:chgData name="Anton Schmierer" userId="cd19fb61ffe98ab8" providerId="LiveId" clId="{80B9D0F7-EA3F-41F2-A018-82727FD7D854}" dt="2025-11-03T16:13:40.144" v="503" actId="20577"/>
          <ac:spMkLst>
            <pc:docMk/>
            <pc:sldMk cId="1689348678" sldId="334"/>
            <ac:spMk id="23" creationId="{55D8FA8B-110E-4A44-2D44-0793711969EC}"/>
          </ac:spMkLst>
        </pc:spChg>
        <pc:spChg chg="mod">
          <ac:chgData name="Anton Schmierer" userId="cd19fb61ffe98ab8" providerId="LiveId" clId="{80B9D0F7-EA3F-41F2-A018-82727FD7D854}" dt="2025-11-03T16:13:41.008" v="504" actId="20577"/>
          <ac:spMkLst>
            <pc:docMk/>
            <pc:sldMk cId="1689348678" sldId="334"/>
            <ac:spMk id="30" creationId="{57365CA8-8580-0090-D75D-61E177285545}"/>
          </ac:spMkLst>
        </pc:spChg>
        <pc:spChg chg="mod">
          <ac:chgData name="Anton Schmierer" userId="cd19fb61ffe98ab8" providerId="LiveId" clId="{80B9D0F7-EA3F-41F2-A018-82727FD7D854}" dt="2025-11-03T16:13:41.864" v="505" actId="20577"/>
          <ac:spMkLst>
            <pc:docMk/>
            <pc:sldMk cId="1689348678" sldId="334"/>
            <ac:spMk id="33" creationId="{0170FE27-8A43-D3B0-A846-B5D67695C4F0}"/>
          </ac:spMkLst>
        </pc:spChg>
        <pc:spChg chg="mod">
          <ac:chgData name="Anton Schmierer" userId="cd19fb61ffe98ab8" providerId="LiveId" clId="{80B9D0F7-EA3F-41F2-A018-82727FD7D854}" dt="2025-11-03T16:12:43.617" v="481" actId="113"/>
          <ac:spMkLst>
            <pc:docMk/>
            <pc:sldMk cId="1689348678" sldId="334"/>
            <ac:spMk id="37" creationId="{4985ACFC-EDE8-0CEE-1C5F-0914FC3D8BE9}"/>
          </ac:spMkLst>
        </pc:spChg>
        <pc:spChg chg="mod">
          <ac:chgData name="Anton Schmierer" userId="cd19fb61ffe98ab8" providerId="LiveId" clId="{80B9D0F7-EA3F-41F2-A018-82727FD7D854}" dt="2025-11-03T16:12:50.130" v="483" actId="113"/>
          <ac:spMkLst>
            <pc:docMk/>
            <pc:sldMk cId="1689348678" sldId="334"/>
            <ac:spMk id="38" creationId="{6C45365F-F21C-0251-799A-D1D71CBBCD0A}"/>
          </ac:spMkLst>
        </pc:spChg>
        <pc:spChg chg="mod">
          <ac:chgData name="Anton Schmierer" userId="cd19fb61ffe98ab8" providerId="LiveId" clId="{80B9D0F7-EA3F-41F2-A018-82727FD7D854}" dt="2025-11-03T16:21:24.319" v="603" actId="1035"/>
          <ac:spMkLst>
            <pc:docMk/>
            <pc:sldMk cId="1689348678" sldId="334"/>
            <ac:spMk id="39" creationId="{BC645BF0-28AF-7B0D-4A74-0090F27526E3}"/>
          </ac:spMkLst>
        </pc:spChg>
        <pc:spChg chg="mod">
          <ac:chgData name="Anton Schmierer" userId="cd19fb61ffe98ab8" providerId="LiveId" clId="{80B9D0F7-EA3F-41F2-A018-82727FD7D854}" dt="2025-11-03T16:12:58.248" v="487" actId="113"/>
          <ac:spMkLst>
            <pc:docMk/>
            <pc:sldMk cId="1689348678" sldId="334"/>
            <ac:spMk id="40" creationId="{0A212CA5-B5AF-09F7-2B9A-58575F75A479}"/>
          </ac:spMkLst>
        </pc:spChg>
        <pc:spChg chg="mod">
          <ac:chgData name="Anton Schmierer" userId="cd19fb61ffe98ab8" providerId="LiveId" clId="{80B9D0F7-EA3F-41F2-A018-82727FD7D854}" dt="2025-11-03T16:13:08.200" v="489" actId="20577"/>
          <ac:spMkLst>
            <pc:docMk/>
            <pc:sldMk cId="1689348678" sldId="334"/>
            <ac:spMk id="41" creationId="{7676266D-0855-E578-1E6C-32EEB0CC2589}"/>
          </ac:spMkLst>
        </pc:spChg>
        <pc:spChg chg="mod">
          <ac:chgData name="Anton Schmierer" userId="cd19fb61ffe98ab8" providerId="LiveId" clId="{80B9D0F7-EA3F-41F2-A018-82727FD7D854}" dt="2025-11-03T16:36:17.955" v="751" actId="20577"/>
          <ac:spMkLst>
            <pc:docMk/>
            <pc:sldMk cId="1689348678" sldId="334"/>
            <ac:spMk id="42" creationId="{E8DACB1C-E5B6-7F45-B38E-61D650D17568}"/>
          </ac:spMkLst>
        </pc:spChg>
      </pc:sldChg>
      <pc:sldChg chg="modSp add del mod ord">
        <pc:chgData name="Anton Schmierer" userId="cd19fb61ffe98ab8" providerId="LiveId" clId="{80B9D0F7-EA3F-41F2-A018-82727FD7D854}" dt="2025-11-03T16:21:12.489" v="602" actId="47"/>
        <pc:sldMkLst>
          <pc:docMk/>
          <pc:sldMk cId="2063389838" sldId="335"/>
        </pc:sldMkLst>
        <pc:spChg chg="mod">
          <ac:chgData name="Anton Schmierer" userId="cd19fb61ffe98ab8" providerId="LiveId" clId="{80B9D0F7-EA3F-41F2-A018-82727FD7D854}" dt="2025-11-03T16:17:47.519" v="549" actId="20577"/>
          <ac:spMkLst>
            <pc:docMk/>
            <pc:sldMk cId="2063389838" sldId="335"/>
            <ac:spMk id="13" creationId="{5BC9B3E9-2CF7-CB02-C299-C06D1981C44F}"/>
          </ac:spMkLst>
        </pc:spChg>
        <pc:spChg chg="mod">
          <ac:chgData name="Anton Schmierer" userId="cd19fb61ffe98ab8" providerId="LiveId" clId="{80B9D0F7-EA3F-41F2-A018-82727FD7D854}" dt="2025-11-03T16:17:59.022" v="552" actId="20577"/>
          <ac:spMkLst>
            <pc:docMk/>
            <pc:sldMk cId="2063389838" sldId="335"/>
            <ac:spMk id="23" creationId="{A3F02D9C-037C-5CB8-1771-B0CC4C1A272B}"/>
          </ac:spMkLst>
        </pc:spChg>
        <pc:spChg chg="mod">
          <ac:chgData name="Anton Schmierer" userId="cd19fb61ffe98ab8" providerId="LiveId" clId="{80B9D0F7-EA3F-41F2-A018-82727FD7D854}" dt="2025-11-03T16:18:07.805" v="554" actId="207"/>
          <ac:spMkLst>
            <pc:docMk/>
            <pc:sldMk cId="2063389838" sldId="335"/>
            <ac:spMk id="30" creationId="{75401A4E-9194-F1C2-C01C-747810CA152E}"/>
          </ac:spMkLst>
        </pc:spChg>
        <pc:spChg chg="mod">
          <ac:chgData name="Anton Schmierer" userId="cd19fb61ffe98ab8" providerId="LiveId" clId="{80B9D0F7-EA3F-41F2-A018-82727FD7D854}" dt="2025-11-03T16:13:33.979" v="499" actId="20577"/>
          <ac:spMkLst>
            <pc:docMk/>
            <pc:sldMk cId="2063389838" sldId="335"/>
            <ac:spMk id="33" creationId="{BBFFF5E9-A01E-0D89-39B4-285C459678B2}"/>
          </ac:spMkLst>
        </pc:spChg>
        <pc:spChg chg="mod">
          <ac:chgData name="Anton Schmierer" userId="cd19fb61ffe98ab8" providerId="LiveId" clId="{80B9D0F7-EA3F-41F2-A018-82727FD7D854}" dt="2025-11-03T16:18:29.864" v="558" actId="207"/>
          <ac:spMkLst>
            <pc:docMk/>
            <pc:sldMk cId="2063389838" sldId="335"/>
            <ac:spMk id="36" creationId="{5A7BAA4D-9DFF-CBAD-93A4-6208A87177A6}"/>
          </ac:spMkLst>
        </pc:spChg>
        <pc:spChg chg="mod">
          <ac:chgData name="Anton Schmierer" userId="cd19fb61ffe98ab8" providerId="LiveId" clId="{80B9D0F7-EA3F-41F2-A018-82727FD7D854}" dt="2025-11-03T16:18:34.303" v="559" actId="20577"/>
          <ac:spMkLst>
            <pc:docMk/>
            <pc:sldMk cId="2063389838" sldId="335"/>
            <ac:spMk id="37" creationId="{58E9FACA-8260-480C-D366-1B3C6A314EE6}"/>
          </ac:spMkLst>
        </pc:spChg>
        <pc:spChg chg="mod">
          <ac:chgData name="Anton Schmierer" userId="cd19fb61ffe98ab8" providerId="LiveId" clId="{80B9D0F7-EA3F-41F2-A018-82727FD7D854}" dt="2025-11-03T16:18:36.260" v="560" actId="20577"/>
          <ac:spMkLst>
            <pc:docMk/>
            <pc:sldMk cId="2063389838" sldId="335"/>
            <ac:spMk id="38" creationId="{11E1BEC7-694B-D55D-E4A9-646BEFA42ABB}"/>
          </ac:spMkLst>
        </pc:spChg>
        <pc:spChg chg="mod">
          <ac:chgData name="Anton Schmierer" userId="cd19fb61ffe98ab8" providerId="LiveId" clId="{80B9D0F7-EA3F-41F2-A018-82727FD7D854}" dt="2025-11-03T16:18:43.899" v="573" actId="20577"/>
          <ac:spMkLst>
            <pc:docMk/>
            <pc:sldMk cId="2063389838" sldId="335"/>
            <ac:spMk id="39" creationId="{8A8564E5-73A3-9EE6-9C1E-8CDC3A45FE23}"/>
          </ac:spMkLst>
        </pc:spChg>
        <pc:spChg chg="mod">
          <ac:chgData name="Anton Schmierer" userId="cd19fb61ffe98ab8" providerId="LiveId" clId="{80B9D0F7-EA3F-41F2-A018-82727FD7D854}" dt="2025-11-03T16:16:34.826" v="537" actId="113"/>
          <ac:spMkLst>
            <pc:docMk/>
            <pc:sldMk cId="2063389838" sldId="335"/>
            <ac:spMk id="40" creationId="{C8A768E3-5197-446B-28FC-E26404D18FD5}"/>
          </ac:spMkLst>
        </pc:spChg>
        <pc:spChg chg="mod">
          <ac:chgData name="Anton Schmierer" userId="cd19fb61ffe98ab8" providerId="LiveId" clId="{80B9D0F7-EA3F-41F2-A018-82727FD7D854}" dt="2025-11-03T16:19:23.709" v="585"/>
          <ac:spMkLst>
            <pc:docMk/>
            <pc:sldMk cId="2063389838" sldId="335"/>
            <ac:spMk id="41" creationId="{F2AC0FE5-6A3D-DB43-FF4B-F8F68BB0E43C}"/>
          </ac:spMkLst>
        </pc:spChg>
        <pc:spChg chg="mod">
          <ac:chgData name="Anton Schmierer" userId="cd19fb61ffe98ab8" providerId="LiveId" clId="{80B9D0F7-EA3F-41F2-A018-82727FD7D854}" dt="2025-11-03T16:18:59.951" v="575" actId="207"/>
          <ac:spMkLst>
            <pc:docMk/>
            <pc:sldMk cId="2063389838" sldId="335"/>
            <ac:spMk id="42" creationId="{4ED1CED5-A0D9-8F10-7F2B-EB54EA881F59}"/>
          </ac:spMkLst>
        </pc:spChg>
      </pc:sldChg>
      <pc:sldChg chg="modSp add mod">
        <pc:chgData name="Anton Schmierer" userId="cd19fb61ffe98ab8" providerId="LiveId" clId="{80B9D0F7-EA3F-41F2-A018-82727FD7D854}" dt="2025-11-03T16:38:54.256" v="809"/>
        <pc:sldMkLst>
          <pc:docMk/>
          <pc:sldMk cId="1209453693" sldId="336"/>
        </pc:sldMkLst>
        <pc:spChg chg="mod">
          <ac:chgData name="Anton Schmierer" userId="cd19fb61ffe98ab8" providerId="LiveId" clId="{80B9D0F7-EA3F-41F2-A018-82727FD7D854}" dt="2025-11-03T16:38:54.256" v="809"/>
          <ac:spMkLst>
            <pc:docMk/>
            <pc:sldMk cId="1209453693" sldId="336"/>
            <ac:spMk id="5" creationId="{0BAB7301-D32F-3273-EF91-7D63F6C62B57}"/>
          </ac:spMkLst>
        </pc:spChg>
        <pc:spChg chg="mod">
          <ac:chgData name="Anton Schmierer" userId="cd19fb61ffe98ab8" providerId="LiveId" clId="{80B9D0F7-EA3F-41F2-A018-82727FD7D854}" dt="2025-11-03T16:25:05.029" v="632" actId="20577"/>
          <ac:spMkLst>
            <pc:docMk/>
            <pc:sldMk cId="1209453693" sldId="336"/>
            <ac:spMk id="13" creationId="{171A80EF-3799-AAC9-7761-9FB26B1853F2}"/>
          </ac:spMkLst>
        </pc:spChg>
        <pc:spChg chg="mod">
          <ac:chgData name="Anton Schmierer" userId="cd19fb61ffe98ab8" providerId="LiveId" clId="{80B9D0F7-EA3F-41F2-A018-82727FD7D854}" dt="2025-11-03T16:00:02.523" v="206" actId="20577"/>
          <ac:spMkLst>
            <pc:docMk/>
            <pc:sldMk cId="1209453693" sldId="336"/>
            <ac:spMk id="33" creationId="{CA18865E-5F7F-D5EC-759F-3DE9AAB2F501}"/>
          </ac:spMkLst>
        </pc:spChg>
        <pc:spChg chg="mod">
          <ac:chgData name="Anton Schmierer" userId="cd19fb61ffe98ab8" providerId="LiveId" clId="{80B9D0F7-EA3F-41F2-A018-82727FD7D854}" dt="2025-11-03T16:37:18.868" v="787" actId="20577"/>
          <ac:spMkLst>
            <pc:docMk/>
            <pc:sldMk cId="1209453693" sldId="336"/>
            <ac:spMk id="42" creationId="{FF4636E5-A4A9-1EAE-CA72-220E7D17EB96}"/>
          </ac:spMkLst>
        </pc:spChg>
      </pc:sldChg>
      <pc:sldChg chg="modSp add mod ord">
        <pc:chgData name="Anton Schmierer" userId="cd19fb61ffe98ab8" providerId="LiveId" clId="{80B9D0F7-EA3F-41F2-A018-82727FD7D854}" dt="2025-11-03T16:38:48.520" v="807"/>
        <pc:sldMkLst>
          <pc:docMk/>
          <pc:sldMk cId="2597306521" sldId="337"/>
        </pc:sldMkLst>
        <pc:spChg chg="mod">
          <ac:chgData name="Anton Schmierer" userId="cd19fb61ffe98ab8" providerId="LiveId" clId="{80B9D0F7-EA3F-41F2-A018-82727FD7D854}" dt="2025-11-03T16:38:48.520" v="807"/>
          <ac:spMkLst>
            <pc:docMk/>
            <pc:sldMk cId="2597306521" sldId="337"/>
            <ac:spMk id="5" creationId="{95BBA4CC-6681-11F5-1898-77CD6AC6D164}"/>
          </ac:spMkLst>
        </pc:spChg>
        <pc:spChg chg="mod">
          <ac:chgData name="Anton Schmierer" userId="cd19fb61ffe98ab8" providerId="LiveId" clId="{80B9D0F7-EA3F-41F2-A018-82727FD7D854}" dt="2025-11-03T16:04:21.662" v="310" actId="20577"/>
          <ac:spMkLst>
            <pc:docMk/>
            <pc:sldMk cId="2597306521" sldId="337"/>
            <ac:spMk id="13" creationId="{0F097B7C-F101-0828-9293-1A70CD30287A}"/>
          </ac:spMkLst>
        </pc:spChg>
        <pc:spChg chg="mod">
          <ac:chgData name="Anton Schmierer" userId="cd19fb61ffe98ab8" providerId="LiveId" clId="{80B9D0F7-EA3F-41F2-A018-82727FD7D854}" dt="2025-11-03T16:05:22.596" v="313" actId="12"/>
          <ac:spMkLst>
            <pc:docMk/>
            <pc:sldMk cId="2597306521" sldId="337"/>
            <ac:spMk id="23" creationId="{F31EBA3C-0B0D-568B-EDEF-52E9EC2E9518}"/>
          </ac:spMkLst>
        </pc:spChg>
        <pc:spChg chg="mod">
          <ac:chgData name="Anton Schmierer" userId="cd19fb61ffe98ab8" providerId="LiveId" clId="{80B9D0F7-EA3F-41F2-A018-82727FD7D854}" dt="2025-11-03T16:05:34.295" v="316" actId="12"/>
          <ac:spMkLst>
            <pc:docMk/>
            <pc:sldMk cId="2597306521" sldId="337"/>
            <ac:spMk id="30" creationId="{0F3974D0-4FE2-1B6D-A839-78A50BC0DD0A}"/>
          </ac:spMkLst>
        </pc:spChg>
        <pc:spChg chg="mod">
          <ac:chgData name="Anton Schmierer" userId="cd19fb61ffe98ab8" providerId="LiveId" clId="{80B9D0F7-EA3F-41F2-A018-82727FD7D854}" dt="2025-11-03T16:06:07.761" v="322" actId="12"/>
          <ac:spMkLst>
            <pc:docMk/>
            <pc:sldMk cId="2597306521" sldId="337"/>
            <ac:spMk id="36" creationId="{91F3B40D-F0B0-6F8F-5703-B76FA437A28F}"/>
          </ac:spMkLst>
        </pc:spChg>
        <pc:spChg chg="mod">
          <ac:chgData name="Anton Schmierer" userId="cd19fb61ffe98ab8" providerId="LiveId" clId="{80B9D0F7-EA3F-41F2-A018-82727FD7D854}" dt="2025-11-03T16:06:12.827" v="323" actId="20577"/>
          <ac:spMkLst>
            <pc:docMk/>
            <pc:sldMk cId="2597306521" sldId="337"/>
            <ac:spMk id="37" creationId="{87B55E8A-C144-8ECC-D660-E935E2BA5A93}"/>
          </ac:spMkLst>
        </pc:spChg>
        <pc:spChg chg="mod">
          <ac:chgData name="Anton Schmierer" userId="cd19fb61ffe98ab8" providerId="LiveId" clId="{80B9D0F7-EA3F-41F2-A018-82727FD7D854}" dt="2025-11-03T16:06:23.178" v="326" actId="20577"/>
          <ac:spMkLst>
            <pc:docMk/>
            <pc:sldMk cId="2597306521" sldId="337"/>
            <ac:spMk id="38" creationId="{422569BD-B938-7D2C-FAE9-A34CAF6CF1C8}"/>
          </ac:spMkLst>
        </pc:spChg>
        <pc:spChg chg="mod">
          <ac:chgData name="Anton Schmierer" userId="cd19fb61ffe98ab8" providerId="LiveId" clId="{80B9D0F7-EA3F-41F2-A018-82727FD7D854}" dt="2025-11-03T16:07:54.836" v="339" actId="20577"/>
          <ac:spMkLst>
            <pc:docMk/>
            <pc:sldMk cId="2597306521" sldId="337"/>
            <ac:spMk id="40" creationId="{795BE4AE-0520-DE14-4493-87ED05C0B67B}"/>
          </ac:spMkLst>
        </pc:spChg>
        <pc:spChg chg="mod">
          <ac:chgData name="Anton Schmierer" userId="cd19fb61ffe98ab8" providerId="LiveId" clId="{80B9D0F7-EA3F-41F2-A018-82727FD7D854}" dt="2025-11-03T16:07:41.408" v="338" actId="20577"/>
          <ac:spMkLst>
            <pc:docMk/>
            <pc:sldMk cId="2597306521" sldId="337"/>
            <ac:spMk id="41" creationId="{01872E2E-9681-BCE0-08CE-C611ED398729}"/>
          </ac:spMkLst>
        </pc:spChg>
        <pc:spChg chg="mod">
          <ac:chgData name="Anton Schmierer" userId="cd19fb61ffe98ab8" providerId="LiveId" clId="{80B9D0F7-EA3F-41F2-A018-82727FD7D854}" dt="2025-11-03T16:37:03.604" v="775" actId="20577"/>
          <ac:spMkLst>
            <pc:docMk/>
            <pc:sldMk cId="2597306521" sldId="337"/>
            <ac:spMk id="42" creationId="{5B12ADA0-6A08-DD09-11D8-EC06DD07000F}"/>
          </ac:spMkLst>
        </pc:spChg>
      </pc:sldChg>
      <pc:sldChg chg="modSp add mod ord">
        <pc:chgData name="Anton Schmierer" userId="cd19fb61ffe98ab8" providerId="LiveId" clId="{80B9D0F7-EA3F-41F2-A018-82727FD7D854}" dt="2025-11-03T16:38:46.233" v="806"/>
        <pc:sldMkLst>
          <pc:docMk/>
          <pc:sldMk cId="2362767177" sldId="338"/>
        </pc:sldMkLst>
        <pc:spChg chg="mod">
          <ac:chgData name="Anton Schmierer" userId="cd19fb61ffe98ab8" providerId="LiveId" clId="{80B9D0F7-EA3F-41F2-A018-82727FD7D854}" dt="2025-11-03T16:38:46.233" v="806"/>
          <ac:spMkLst>
            <pc:docMk/>
            <pc:sldMk cId="2362767177" sldId="338"/>
            <ac:spMk id="5" creationId="{EB010F39-2D3F-9C2C-CF10-615023456435}"/>
          </ac:spMkLst>
        </pc:spChg>
        <pc:spChg chg="mod">
          <ac:chgData name="Anton Schmierer" userId="cd19fb61ffe98ab8" providerId="LiveId" clId="{80B9D0F7-EA3F-41F2-A018-82727FD7D854}" dt="2025-11-03T16:08:30.787" v="351" actId="20577"/>
          <ac:spMkLst>
            <pc:docMk/>
            <pc:sldMk cId="2362767177" sldId="338"/>
            <ac:spMk id="13" creationId="{AFA4C3D7-04EA-6767-EB8A-A506F00E91BB}"/>
          </ac:spMkLst>
        </pc:spChg>
        <pc:spChg chg="mod">
          <ac:chgData name="Anton Schmierer" userId="cd19fb61ffe98ab8" providerId="LiveId" clId="{80B9D0F7-EA3F-41F2-A018-82727FD7D854}" dt="2025-11-03T16:08:48.788" v="354" actId="5793"/>
          <ac:spMkLst>
            <pc:docMk/>
            <pc:sldMk cId="2362767177" sldId="338"/>
            <ac:spMk id="23" creationId="{780B7A7F-DD4D-D361-835F-74DE091CCBFA}"/>
          </ac:spMkLst>
        </pc:spChg>
        <pc:spChg chg="mod">
          <ac:chgData name="Anton Schmierer" userId="cd19fb61ffe98ab8" providerId="LiveId" clId="{80B9D0F7-EA3F-41F2-A018-82727FD7D854}" dt="2025-11-03T16:08:58.645" v="356" actId="207"/>
          <ac:spMkLst>
            <pc:docMk/>
            <pc:sldMk cId="2362767177" sldId="338"/>
            <ac:spMk id="30" creationId="{662B5E71-3458-CB60-EEFF-6F6F858926E5}"/>
          </ac:spMkLst>
        </pc:spChg>
        <pc:spChg chg="mod">
          <ac:chgData name="Anton Schmierer" userId="cd19fb61ffe98ab8" providerId="LiveId" clId="{80B9D0F7-EA3F-41F2-A018-82727FD7D854}" dt="2025-11-03T16:09:08.297" v="358" actId="207"/>
          <ac:spMkLst>
            <pc:docMk/>
            <pc:sldMk cId="2362767177" sldId="338"/>
            <ac:spMk id="36" creationId="{BFB1F8A4-0AB1-16CC-65EE-3983AA31951A}"/>
          </ac:spMkLst>
        </pc:spChg>
        <pc:spChg chg="mod">
          <ac:chgData name="Anton Schmierer" userId="cd19fb61ffe98ab8" providerId="LiveId" clId="{80B9D0F7-EA3F-41F2-A018-82727FD7D854}" dt="2025-11-03T16:09:18.741" v="359" actId="20577"/>
          <ac:spMkLst>
            <pc:docMk/>
            <pc:sldMk cId="2362767177" sldId="338"/>
            <ac:spMk id="37" creationId="{111E9F63-B4D1-BCEA-F8E0-C675369C7827}"/>
          </ac:spMkLst>
        </pc:spChg>
        <pc:spChg chg="mod">
          <ac:chgData name="Anton Schmierer" userId="cd19fb61ffe98ab8" providerId="LiveId" clId="{80B9D0F7-EA3F-41F2-A018-82727FD7D854}" dt="2025-11-03T16:09:27.287" v="367" actId="20577"/>
          <ac:spMkLst>
            <pc:docMk/>
            <pc:sldMk cId="2362767177" sldId="338"/>
            <ac:spMk id="41" creationId="{FC2447E0-0F11-9270-3E35-240DB9FE5DFC}"/>
          </ac:spMkLst>
        </pc:spChg>
        <pc:spChg chg="mod">
          <ac:chgData name="Anton Schmierer" userId="cd19fb61ffe98ab8" providerId="LiveId" clId="{80B9D0F7-EA3F-41F2-A018-82727FD7D854}" dt="2025-11-03T16:36:56.847" v="771" actId="20577"/>
          <ac:spMkLst>
            <pc:docMk/>
            <pc:sldMk cId="2362767177" sldId="338"/>
            <ac:spMk id="42" creationId="{AC777056-9D52-744D-658E-E6A97864B99E}"/>
          </ac:spMkLst>
        </pc:spChg>
      </pc:sldChg>
      <pc:sldChg chg="addSp modSp add mod ord">
        <pc:chgData name="Anton Schmierer" userId="cd19fb61ffe98ab8" providerId="LiveId" clId="{80B9D0F7-EA3F-41F2-A018-82727FD7D854}" dt="2025-11-03T16:38:43.533" v="805"/>
        <pc:sldMkLst>
          <pc:docMk/>
          <pc:sldMk cId="1168926006" sldId="339"/>
        </pc:sldMkLst>
        <pc:spChg chg="add">
          <ac:chgData name="Anton Schmierer" userId="cd19fb61ffe98ab8" providerId="LiveId" clId="{80B9D0F7-EA3F-41F2-A018-82727FD7D854}" dt="2025-11-03T16:11:13.293" v="421"/>
          <ac:spMkLst>
            <pc:docMk/>
            <pc:sldMk cId="1168926006" sldId="339"/>
            <ac:spMk id="2" creationId="{4617335B-A94D-4C78-873D-5C44ADCFAC95}"/>
          </ac:spMkLst>
        </pc:spChg>
        <pc:spChg chg="add mod">
          <ac:chgData name="Anton Schmierer" userId="cd19fb61ffe98ab8" providerId="LiveId" clId="{80B9D0F7-EA3F-41F2-A018-82727FD7D854}" dt="2025-11-03T16:11:24.010" v="425"/>
          <ac:spMkLst>
            <pc:docMk/>
            <pc:sldMk cId="1168926006" sldId="339"/>
            <ac:spMk id="3" creationId="{B46C173E-8062-188C-77D8-A9FE3C1C917F}"/>
          </ac:spMkLst>
        </pc:spChg>
        <pc:spChg chg="add mod">
          <ac:chgData name="Anton Schmierer" userId="cd19fb61ffe98ab8" providerId="LiveId" clId="{80B9D0F7-EA3F-41F2-A018-82727FD7D854}" dt="2025-11-03T16:11:23.660" v="424"/>
          <ac:spMkLst>
            <pc:docMk/>
            <pc:sldMk cId="1168926006" sldId="339"/>
            <ac:spMk id="4" creationId="{D3C80F78-706E-3875-A111-28E8870598DC}"/>
          </ac:spMkLst>
        </pc:spChg>
        <pc:spChg chg="mod">
          <ac:chgData name="Anton Schmierer" userId="cd19fb61ffe98ab8" providerId="LiveId" clId="{80B9D0F7-EA3F-41F2-A018-82727FD7D854}" dt="2025-11-03T16:38:43.533" v="805"/>
          <ac:spMkLst>
            <pc:docMk/>
            <pc:sldMk cId="1168926006" sldId="339"/>
            <ac:spMk id="5" creationId="{34746362-5CD6-F882-FAAD-F71E72C473E9}"/>
          </ac:spMkLst>
        </pc:spChg>
        <pc:spChg chg="mod">
          <ac:chgData name="Anton Schmierer" userId="cd19fb61ffe98ab8" providerId="LiveId" clId="{80B9D0F7-EA3F-41F2-A018-82727FD7D854}" dt="2025-11-03T16:12:29.997" v="479" actId="20577"/>
          <ac:spMkLst>
            <pc:docMk/>
            <pc:sldMk cId="1168926006" sldId="339"/>
            <ac:spMk id="13" creationId="{B6B90984-5BE8-BC07-B9FB-51001F211029}"/>
          </ac:spMkLst>
        </pc:spChg>
        <pc:spChg chg="mod">
          <ac:chgData name="Anton Schmierer" userId="cd19fb61ffe98ab8" providerId="LiveId" clId="{80B9D0F7-EA3F-41F2-A018-82727FD7D854}" dt="2025-11-03T16:10:19.937" v="389" actId="207"/>
          <ac:spMkLst>
            <pc:docMk/>
            <pc:sldMk cId="1168926006" sldId="339"/>
            <ac:spMk id="23" creationId="{1DB8DC13-53BC-CC62-7334-AF3B4CDDF77F}"/>
          </ac:spMkLst>
        </pc:spChg>
        <pc:spChg chg="mod">
          <ac:chgData name="Anton Schmierer" userId="cd19fb61ffe98ab8" providerId="LiveId" clId="{80B9D0F7-EA3F-41F2-A018-82727FD7D854}" dt="2025-11-03T16:10:27.213" v="391" actId="207"/>
          <ac:spMkLst>
            <pc:docMk/>
            <pc:sldMk cId="1168926006" sldId="339"/>
            <ac:spMk id="30" creationId="{1A873113-59B7-AF45-7619-71279D48F124}"/>
          </ac:spMkLst>
        </pc:spChg>
        <pc:spChg chg="mod">
          <ac:chgData name="Anton Schmierer" userId="cd19fb61ffe98ab8" providerId="LiveId" clId="{80B9D0F7-EA3F-41F2-A018-82727FD7D854}" dt="2025-11-03T16:10:38.247" v="393" actId="207"/>
          <ac:spMkLst>
            <pc:docMk/>
            <pc:sldMk cId="1168926006" sldId="339"/>
            <ac:spMk id="36" creationId="{50EB4A71-073B-94D9-F0A5-179C75562820}"/>
          </ac:spMkLst>
        </pc:spChg>
        <pc:spChg chg="mod">
          <ac:chgData name="Anton Schmierer" userId="cd19fb61ffe98ab8" providerId="LiveId" clId="{80B9D0F7-EA3F-41F2-A018-82727FD7D854}" dt="2025-11-03T16:10:49.782" v="399" actId="113"/>
          <ac:spMkLst>
            <pc:docMk/>
            <pc:sldMk cId="1168926006" sldId="339"/>
            <ac:spMk id="37" creationId="{AA00E1A4-8080-4339-CB1A-DF3601C4A080}"/>
          </ac:spMkLst>
        </pc:spChg>
        <pc:spChg chg="mod">
          <ac:chgData name="Anton Schmierer" userId="cd19fb61ffe98ab8" providerId="LiveId" clId="{80B9D0F7-EA3F-41F2-A018-82727FD7D854}" dt="2025-11-03T16:10:53.575" v="400" actId="20577"/>
          <ac:spMkLst>
            <pc:docMk/>
            <pc:sldMk cId="1168926006" sldId="339"/>
            <ac:spMk id="38" creationId="{37194A7A-D68A-38B0-F18F-E4DB637C3ACA}"/>
          </ac:spMkLst>
        </pc:spChg>
        <pc:spChg chg="mod">
          <ac:chgData name="Anton Schmierer" userId="cd19fb61ffe98ab8" providerId="LiveId" clId="{80B9D0F7-EA3F-41F2-A018-82727FD7D854}" dt="2025-11-03T16:11:01.340" v="420" actId="20577"/>
          <ac:spMkLst>
            <pc:docMk/>
            <pc:sldMk cId="1168926006" sldId="339"/>
            <ac:spMk id="39" creationId="{7BC93A80-A735-CA71-64B0-D2A73BD58571}"/>
          </ac:spMkLst>
        </pc:spChg>
        <pc:spChg chg="mod">
          <ac:chgData name="Anton Schmierer" userId="cd19fb61ffe98ab8" providerId="LiveId" clId="{80B9D0F7-EA3F-41F2-A018-82727FD7D854}" dt="2025-11-03T16:11:58.383" v="471"/>
          <ac:spMkLst>
            <pc:docMk/>
            <pc:sldMk cId="1168926006" sldId="339"/>
            <ac:spMk id="41" creationId="{881BCC51-4938-B383-EAC2-37DC86D97EA7}"/>
          </ac:spMkLst>
        </pc:spChg>
        <pc:spChg chg="mod">
          <ac:chgData name="Anton Schmierer" userId="cd19fb61ffe98ab8" providerId="LiveId" clId="{80B9D0F7-EA3F-41F2-A018-82727FD7D854}" dt="2025-11-03T16:36:46.336" v="767" actId="20577"/>
          <ac:spMkLst>
            <pc:docMk/>
            <pc:sldMk cId="1168926006" sldId="339"/>
            <ac:spMk id="42" creationId="{3D6B71B8-B534-842A-5876-743E8051C536}"/>
          </ac:spMkLst>
        </pc:spChg>
      </pc:sldChg>
      <pc:sldChg chg="modSp add mod">
        <pc:chgData name="Anton Schmierer" userId="cd19fb61ffe98ab8" providerId="LiveId" clId="{80B9D0F7-EA3F-41F2-A018-82727FD7D854}" dt="2025-11-03T16:38:40.709" v="804"/>
        <pc:sldMkLst>
          <pc:docMk/>
          <pc:sldMk cId="4094986642" sldId="340"/>
        </pc:sldMkLst>
        <pc:spChg chg="mod">
          <ac:chgData name="Anton Schmierer" userId="cd19fb61ffe98ab8" providerId="LiveId" clId="{80B9D0F7-EA3F-41F2-A018-82727FD7D854}" dt="2025-11-03T16:38:40.709" v="804"/>
          <ac:spMkLst>
            <pc:docMk/>
            <pc:sldMk cId="4094986642" sldId="340"/>
            <ac:spMk id="5" creationId="{32949D65-6466-D974-E3BF-7E98DCCADBE6}"/>
          </ac:spMkLst>
        </pc:spChg>
        <pc:spChg chg="mod">
          <ac:chgData name="Anton Schmierer" userId="cd19fb61ffe98ab8" providerId="LiveId" clId="{80B9D0F7-EA3F-41F2-A018-82727FD7D854}" dt="2025-11-03T16:24:21.256" v="628" actId="1035"/>
          <ac:spMkLst>
            <pc:docMk/>
            <pc:sldMk cId="4094986642" sldId="340"/>
            <ac:spMk id="36" creationId="{E14D6F27-4D5C-BFB0-FEEB-2D9E50F8BE67}"/>
          </ac:spMkLst>
        </pc:spChg>
        <pc:spChg chg="mod">
          <ac:chgData name="Anton Schmierer" userId="cd19fb61ffe98ab8" providerId="LiveId" clId="{80B9D0F7-EA3F-41F2-A018-82727FD7D854}" dt="2025-11-03T16:21:35.606" v="604" actId="1035"/>
          <ac:spMkLst>
            <pc:docMk/>
            <pc:sldMk cId="4094986642" sldId="340"/>
            <ac:spMk id="39" creationId="{C14892E4-F2AC-E2BE-037E-E7A59D111A12}"/>
          </ac:spMkLst>
        </pc:spChg>
        <pc:spChg chg="mod">
          <ac:chgData name="Anton Schmierer" userId="cd19fb61ffe98ab8" providerId="LiveId" clId="{80B9D0F7-EA3F-41F2-A018-82727FD7D854}" dt="2025-11-03T16:16:39.181" v="538" actId="113"/>
          <ac:spMkLst>
            <pc:docMk/>
            <pc:sldMk cId="4094986642" sldId="340"/>
            <ac:spMk id="40" creationId="{C4B25E19-8C92-70BC-E112-EAFA462DC3C1}"/>
          </ac:spMkLst>
        </pc:spChg>
        <pc:spChg chg="mod">
          <ac:chgData name="Anton Schmierer" userId="cd19fb61ffe98ab8" providerId="LiveId" clId="{80B9D0F7-EA3F-41F2-A018-82727FD7D854}" dt="2025-11-03T16:36:41.438" v="763" actId="20577"/>
          <ac:spMkLst>
            <pc:docMk/>
            <pc:sldMk cId="4094986642" sldId="340"/>
            <ac:spMk id="42" creationId="{332C6E41-C6C9-B934-5BDD-E0AF9A3EFBBE}"/>
          </ac:spMkLst>
        </pc:spChg>
      </pc:sldChg>
      <pc:sldChg chg="modSp add mod">
        <pc:chgData name="Anton Schmierer" userId="cd19fb61ffe98ab8" providerId="LiveId" clId="{80B9D0F7-EA3F-41F2-A018-82727FD7D854}" dt="2025-11-03T16:39:14.812" v="816" actId="1036"/>
        <pc:sldMkLst>
          <pc:docMk/>
          <pc:sldMk cId="4105456321" sldId="341"/>
        </pc:sldMkLst>
        <pc:spChg chg="mod">
          <ac:chgData name="Anton Schmierer" userId="cd19fb61ffe98ab8" providerId="LiveId" clId="{80B9D0F7-EA3F-41F2-A018-82727FD7D854}" dt="2025-11-03T16:38:37.617" v="803"/>
          <ac:spMkLst>
            <pc:docMk/>
            <pc:sldMk cId="4105456321" sldId="341"/>
            <ac:spMk id="5" creationId="{EC4C3C89-92BC-FAB8-2F01-0B53CAEE9B91}"/>
          </ac:spMkLst>
        </pc:spChg>
        <pc:spChg chg="mod">
          <ac:chgData name="Anton Schmierer" userId="cd19fb61ffe98ab8" providerId="LiveId" clId="{80B9D0F7-EA3F-41F2-A018-82727FD7D854}" dt="2025-11-03T16:39:14.812" v="816" actId="1036"/>
          <ac:spMkLst>
            <pc:docMk/>
            <pc:sldMk cId="4105456321" sldId="341"/>
            <ac:spMk id="36" creationId="{95DF189E-491B-ECDF-12B4-80E5375FC838}"/>
          </ac:spMkLst>
        </pc:spChg>
        <pc:spChg chg="mod">
          <ac:chgData name="Anton Schmierer" userId="cd19fb61ffe98ab8" providerId="LiveId" clId="{80B9D0F7-EA3F-41F2-A018-82727FD7D854}" dt="2025-11-03T16:21:41.413" v="605" actId="1035"/>
          <ac:spMkLst>
            <pc:docMk/>
            <pc:sldMk cId="4105456321" sldId="341"/>
            <ac:spMk id="39" creationId="{CDB6A24C-8822-B41A-5A12-6660776A4CC1}"/>
          </ac:spMkLst>
        </pc:spChg>
        <pc:spChg chg="mod">
          <ac:chgData name="Anton Schmierer" userId="cd19fb61ffe98ab8" providerId="LiveId" clId="{80B9D0F7-EA3F-41F2-A018-82727FD7D854}" dt="2025-11-03T16:36:28.051" v="757" actId="20577"/>
          <ac:spMkLst>
            <pc:docMk/>
            <pc:sldMk cId="4105456321" sldId="341"/>
            <ac:spMk id="42" creationId="{4BCADBCB-48F5-E442-0B5C-C98296FB5862}"/>
          </ac:spMkLst>
        </pc:spChg>
      </pc:sldChg>
      <pc:sldChg chg="modSp add mod">
        <pc:chgData name="Anton Schmierer" userId="cd19fb61ffe98ab8" providerId="LiveId" clId="{80B9D0F7-EA3F-41F2-A018-82727FD7D854}" dt="2025-11-03T16:38:31.936" v="801"/>
        <pc:sldMkLst>
          <pc:docMk/>
          <pc:sldMk cId="389992788" sldId="342"/>
        </pc:sldMkLst>
        <pc:spChg chg="mod">
          <ac:chgData name="Anton Schmierer" userId="cd19fb61ffe98ab8" providerId="LiveId" clId="{80B9D0F7-EA3F-41F2-A018-82727FD7D854}" dt="2025-11-03T16:38:31.936" v="801"/>
          <ac:spMkLst>
            <pc:docMk/>
            <pc:sldMk cId="389992788" sldId="342"/>
            <ac:spMk id="5" creationId="{7974DDBC-067C-A92E-13F4-7CA409B092EC}"/>
          </ac:spMkLst>
        </pc:spChg>
        <pc:spChg chg="mod">
          <ac:chgData name="Anton Schmierer" userId="cd19fb61ffe98ab8" providerId="LiveId" clId="{80B9D0F7-EA3F-41F2-A018-82727FD7D854}" dt="2025-11-03T16:36:08.331" v="745" actId="20577"/>
          <ac:spMkLst>
            <pc:docMk/>
            <pc:sldMk cId="389992788" sldId="342"/>
            <ac:spMk id="42" creationId="{DA856B4A-CB01-2AD5-7D23-1D08945BDAE7}"/>
          </ac:spMkLst>
        </pc:spChg>
      </pc:sldChg>
      <pc:sldChg chg="modSp add mod">
        <pc:chgData name="Anton Schmierer" userId="cd19fb61ffe98ab8" providerId="LiveId" clId="{80B9D0F7-EA3F-41F2-A018-82727FD7D854}" dt="2025-11-03T16:30:51.489" v="690" actId="20577"/>
        <pc:sldMkLst>
          <pc:docMk/>
          <pc:sldMk cId="3203286835" sldId="343"/>
        </pc:sldMkLst>
        <pc:spChg chg="mod">
          <ac:chgData name="Anton Schmierer" userId="cd19fb61ffe98ab8" providerId="LiveId" clId="{80B9D0F7-EA3F-41F2-A018-82727FD7D854}" dt="2025-11-03T16:30:51.489" v="690" actId="20577"/>
          <ac:spMkLst>
            <pc:docMk/>
            <pc:sldMk cId="3203286835" sldId="343"/>
            <ac:spMk id="13" creationId="{979AB321-BB00-449B-72A6-3C198582925A}"/>
          </ac:spMkLst>
        </pc:spChg>
        <pc:spChg chg="mod">
          <ac:chgData name="Anton Schmierer" userId="cd19fb61ffe98ab8" providerId="LiveId" clId="{80B9D0F7-EA3F-41F2-A018-82727FD7D854}" dt="2025-11-03T16:30:00.774" v="681" actId="207"/>
          <ac:spMkLst>
            <pc:docMk/>
            <pc:sldMk cId="3203286835" sldId="343"/>
            <ac:spMk id="23" creationId="{F0DE692D-F4EE-1CDF-E60B-A441271DF496}"/>
          </ac:spMkLst>
        </pc:spChg>
        <pc:spChg chg="mod">
          <ac:chgData name="Anton Schmierer" userId="cd19fb61ffe98ab8" providerId="LiveId" clId="{80B9D0F7-EA3F-41F2-A018-82727FD7D854}" dt="2025-11-03T16:30:08.714" v="683" actId="207"/>
          <ac:spMkLst>
            <pc:docMk/>
            <pc:sldMk cId="3203286835" sldId="343"/>
            <ac:spMk id="30" creationId="{21AF9040-E8CC-032B-3CE4-C0F1FFB25CB6}"/>
          </ac:spMkLst>
        </pc:spChg>
        <pc:spChg chg="mod">
          <ac:chgData name="Anton Schmierer" userId="cd19fb61ffe98ab8" providerId="LiveId" clId="{80B9D0F7-EA3F-41F2-A018-82727FD7D854}" dt="2025-11-03T16:30:18.904" v="685" actId="207"/>
          <ac:spMkLst>
            <pc:docMk/>
            <pc:sldMk cId="3203286835" sldId="343"/>
            <ac:spMk id="36" creationId="{D505E470-19CF-755E-0D00-B59DF8B7A5B1}"/>
          </ac:spMkLst>
        </pc:spChg>
        <pc:spChg chg="mod">
          <ac:chgData name="Anton Schmierer" userId="cd19fb61ffe98ab8" providerId="LiveId" clId="{80B9D0F7-EA3F-41F2-A018-82727FD7D854}" dt="2025-11-03T16:30:42.753" v="689" actId="20577"/>
          <ac:spMkLst>
            <pc:docMk/>
            <pc:sldMk cId="3203286835" sldId="343"/>
            <ac:spMk id="42" creationId="{7FDF5450-0C8B-0FDC-230C-8D9171F6015E}"/>
          </ac:spMkLst>
        </pc:spChg>
      </pc:sldChg>
      <pc:sldChg chg="modSp add mod">
        <pc:chgData name="Anton Schmierer" userId="cd19fb61ffe98ab8" providerId="LiveId" clId="{80B9D0F7-EA3F-41F2-A018-82727FD7D854}" dt="2025-11-03T16:34:22.360" v="710" actId="20577"/>
        <pc:sldMkLst>
          <pc:docMk/>
          <pc:sldMk cId="2371153062" sldId="344"/>
        </pc:sldMkLst>
        <pc:spChg chg="mod">
          <ac:chgData name="Anton Schmierer" userId="cd19fb61ffe98ab8" providerId="LiveId" clId="{80B9D0F7-EA3F-41F2-A018-82727FD7D854}" dt="2025-11-03T16:31:18.153" v="693" actId="20577"/>
          <ac:spMkLst>
            <pc:docMk/>
            <pc:sldMk cId="2371153062" sldId="344"/>
            <ac:spMk id="13" creationId="{0BC920DE-16E5-9F90-B49D-03FFD84704A5}"/>
          </ac:spMkLst>
        </pc:spChg>
        <pc:spChg chg="mod">
          <ac:chgData name="Anton Schmierer" userId="cd19fb61ffe98ab8" providerId="LiveId" clId="{80B9D0F7-EA3F-41F2-A018-82727FD7D854}" dt="2025-11-03T16:32:24.344" v="695" actId="207"/>
          <ac:spMkLst>
            <pc:docMk/>
            <pc:sldMk cId="2371153062" sldId="344"/>
            <ac:spMk id="23" creationId="{8DD8C331-79BA-3E78-D8C7-67C4EB92B233}"/>
          </ac:spMkLst>
        </pc:spChg>
        <pc:spChg chg="mod">
          <ac:chgData name="Anton Schmierer" userId="cd19fb61ffe98ab8" providerId="LiveId" clId="{80B9D0F7-EA3F-41F2-A018-82727FD7D854}" dt="2025-11-03T16:33:23.688" v="699" actId="207"/>
          <ac:spMkLst>
            <pc:docMk/>
            <pc:sldMk cId="2371153062" sldId="344"/>
            <ac:spMk id="30" creationId="{F587339B-AEF2-3778-DA42-693434C07D34}"/>
          </ac:spMkLst>
        </pc:spChg>
        <pc:spChg chg="mod">
          <ac:chgData name="Anton Schmierer" userId="cd19fb61ffe98ab8" providerId="LiveId" clId="{80B9D0F7-EA3F-41F2-A018-82727FD7D854}" dt="2025-11-03T16:33:38.252" v="703" actId="20577"/>
          <ac:spMkLst>
            <pc:docMk/>
            <pc:sldMk cId="2371153062" sldId="344"/>
            <ac:spMk id="36" creationId="{C1BCD44E-A236-23E0-B89F-563E099E567E}"/>
          </ac:spMkLst>
        </pc:spChg>
        <pc:spChg chg="mod">
          <ac:chgData name="Anton Schmierer" userId="cd19fb61ffe98ab8" providerId="LiveId" clId="{80B9D0F7-EA3F-41F2-A018-82727FD7D854}" dt="2025-11-03T16:33:44.020" v="704" actId="20577"/>
          <ac:spMkLst>
            <pc:docMk/>
            <pc:sldMk cId="2371153062" sldId="344"/>
            <ac:spMk id="37" creationId="{E1216973-DA05-B7B8-7A8A-311E351BA92B}"/>
          </ac:spMkLst>
        </pc:spChg>
        <pc:spChg chg="mod">
          <ac:chgData name="Anton Schmierer" userId="cd19fb61ffe98ab8" providerId="LiveId" clId="{80B9D0F7-EA3F-41F2-A018-82727FD7D854}" dt="2025-11-03T16:33:47.658" v="705" actId="20577"/>
          <ac:spMkLst>
            <pc:docMk/>
            <pc:sldMk cId="2371153062" sldId="344"/>
            <ac:spMk id="38" creationId="{CA022286-360F-59E7-875B-09CFF81692CA}"/>
          </ac:spMkLst>
        </pc:spChg>
        <pc:spChg chg="mod">
          <ac:chgData name="Anton Schmierer" userId="cd19fb61ffe98ab8" providerId="LiveId" clId="{80B9D0F7-EA3F-41F2-A018-82727FD7D854}" dt="2025-11-03T16:34:22.360" v="710" actId="20577"/>
          <ac:spMkLst>
            <pc:docMk/>
            <pc:sldMk cId="2371153062" sldId="344"/>
            <ac:spMk id="42" creationId="{4E53C2A1-F52D-D25F-C294-A89515658DFE}"/>
          </ac:spMkLst>
        </pc:spChg>
      </pc:sldChg>
      <pc:sldChg chg="addSp delSp modSp new mod modClrScheme chgLayout">
        <pc:chgData name="Anton Schmierer" userId="cd19fb61ffe98ab8" providerId="LiveId" clId="{80B9D0F7-EA3F-41F2-A018-82727FD7D854}" dt="2025-11-03T16:42:21.154" v="873" actId="20577"/>
        <pc:sldMkLst>
          <pc:docMk/>
          <pc:sldMk cId="3377440555" sldId="345"/>
        </pc:sldMkLst>
        <pc:spChg chg="mod ord">
          <ac:chgData name="Anton Schmierer" userId="cd19fb61ffe98ab8" providerId="LiveId" clId="{80B9D0F7-EA3F-41F2-A018-82727FD7D854}" dt="2025-11-03T16:42:00.215" v="869" actId="700"/>
          <ac:spMkLst>
            <pc:docMk/>
            <pc:sldMk cId="3377440555" sldId="345"/>
            <ac:spMk id="2" creationId="{086463F0-D092-2476-B98E-983F69D55C72}"/>
          </ac:spMkLst>
        </pc:spChg>
        <pc:spChg chg="del mod ord">
          <ac:chgData name="Anton Schmierer" userId="cd19fb61ffe98ab8" providerId="LiveId" clId="{80B9D0F7-EA3F-41F2-A018-82727FD7D854}" dt="2025-11-03T16:42:00.215" v="869" actId="700"/>
          <ac:spMkLst>
            <pc:docMk/>
            <pc:sldMk cId="3377440555" sldId="345"/>
            <ac:spMk id="3" creationId="{A58B58D0-14D9-5FB5-3D4C-452FF3643917}"/>
          </ac:spMkLst>
        </pc:spChg>
        <pc:spChg chg="del">
          <ac:chgData name="Anton Schmierer" userId="cd19fb61ffe98ab8" providerId="LiveId" clId="{80B9D0F7-EA3F-41F2-A018-82727FD7D854}" dt="2025-11-03T16:42:00.215" v="869" actId="700"/>
          <ac:spMkLst>
            <pc:docMk/>
            <pc:sldMk cId="3377440555" sldId="345"/>
            <ac:spMk id="4" creationId="{61928E29-3B47-9167-B8C6-A923F87E078C}"/>
          </ac:spMkLst>
        </pc:spChg>
        <pc:spChg chg="del mod ord">
          <ac:chgData name="Anton Schmierer" userId="cd19fb61ffe98ab8" providerId="LiveId" clId="{80B9D0F7-EA3F-41F2-A018-82727FD7D854}" dt="2025-11-03T16:42:00.215" v="869" actId="700"/>
          <ac:spMkLst>
            <pc:docMk/>
            <pc:sldMk cId="3377440555" sldId="345"/>
            <ac:spMk id="5" creationId="{D165BC4F-9F3F-FAF1-0F39-4D424A300ED7}"/>
          </ac:spMkLst>
        </pc:spChg>
        <pc:spChg chg="add mod ord">
          <ac:chgData name="Anton Schmierer" userId="cd19fb61ffe98ab8" providerId="LiveId" clId="{80B9D0F7-EA3F-41F2-A018-82727FD7D854}" dt="2025-11-03T16:42:21.154" v="873" actId="20577"/>
          <ac:spMkLst>
            <pc:docMk/>
            <pc:sldMk cId="3377440555" sldId="345"/>
            <ac:spMk id="6" creationId="{E5804FCE-2C8B-0E6B-1DFA-001BFA76AD40}"/>
          </ac:spMkLst>
        </pc:spChg>
        <pc:spChg chg="add mod ord">
          <ac:chgData name="Anton Schmierer" userId="cd19fb61ffe98ab8" providerId="LiveId" clId="{80B9D0F7-EA3F-41F2-A018-82727FD7D854}" dt="2025-11-03T16:42:08.677" v="870"/>
          <ac:spMkLst>
            <pc:docMk/>
            <pc:sldMk cId="3377440555" sldId="345"/>
            <ac:spMk id="7" creationId="{9161850B-EE87-AF25-B498-9AD014293D73}"/>
          </ac:spMkLst>
        </pc:spChg>
      </pc:sldChg>
      <pc:sldChg chg="modSp add mod">
        <pc:chgData name="Anton Schmierer" userId="cd19fb61ffe98ab8" providerId="LiveId" clId="{80B9D0F7-EA3F-41F2-A018-82727FD7D854}" dt="2025-11-03T16:48:41.495" v="1007" actId="2711"/>
        <pc:sldMkLst>
          <pc:docMk/>
          <pc:sldMk cId="1838529541" sldId="346"/>
        </pc:sldMkLst>
        <pc:spChg chg="mod">
          <ac:chgData name="Anton Schmierer" userId="cd19fb61ffe98ab8" providerId="LiveId" clId="{80B9D0F7-EA3F-41F2-A018-82727FD7D854}" dt="2025-11-03T16:48:35.612" v="1006" actId="2711"/>
          <ac:spMkLst>
            <pc:docMk/>
            <pc:sldMk cId="1838529541" sldId="346"/>
            <ac:spMk id="6" creationId="{9171330D-06A2-D3D4-64F3-D1F344E81BA7}"/>
          </ac:spMkLst>
        </pc:spChg>
        <pc:spChg chg="mod">
          <ac:chgData name="Anton Schmierer" userId="cd19fb61ffe98ab8" providerId="LiveId" clId="{80B9D0F7-EA3F-41F2-A018-82727FD7D854}" dt="2025-11-03T16:48:41.495" v="1007" actId="2711"/>
          <ac:spMkLst>
            <pc:docMk/>
            <pc:sldMk cId="1838529541" sldId="346"/>
            <ac:spMk id="7" creationId="{454B995E-C89F-4F47-4D78-652528100FD1}"/>
          </ac:spMkLst>
        </pc:spChg>
      </pc:sldChg>
      <pc:sldChg chg="modSp add mod">
        <pc:chgData name="Anton Schmierer" userId="cd19fb61ffe98ab8" providerId="LiveId" clId="{80B9D0F7-EA3F-41F2-A018-82727FD7D854}" dt="2025-11-03T16:48:53.013" v="1009" actId="2711"/>
        <pc:sldMkLst>
          <pc:docMk/>
          <pc:sldMk cId="317058847" sldId="347"/>
        </pc:sldMkLst>
        <pc:spChg chg="mod">
          <ac:chgData name="Anton Schmierer" userId="cd19fb61ffe98ab8" providerId="LiveId" clId="{80B9D0F7-EA3F-41F2-A018-82727FD7D854}" dt="2025-11-03T16:48:53.013" v="1009" actId="2711"/>
          <ac:spMkLst>
            <pc:docMk/>
            <pc:sldMk cId="317058847" sldId="347"/>
            <ac:spMk id="6" creationId="{684572AE-F61E-A213-8A4F-6372A405E5C1}"/>
          </ac:spMkLst>
        </pc:spChg>
        <pc:spChg chg="mod">
          <ac:chgData name="Anton Schmierer" userId="cd19fb61ffe98ab8" providerId="LiveId" clId="{80B9D0F7-EA3F-41F2-A018-82727FD7D854}" dt="2025-11-03T16:48:46.860" v="1008" actId="2711"/>
          <ac:spMkLst>
            <pc:docMk/>
            <pc:sldMk cId="317058847" sldId="347"/>
            <ac:spMk id="7" creationId="{36B2A6A9-43EC-5413-25F5-284E7A1082F3}"/>
          </ac:spMkLst>
        </pc:spChg>
      </pc:sldChg>
      <pc:sldChg chg="addSp delSp modSp new mod modClrScheme chgLayout">
        <pc:chgData name="Anton Schmierer" userId="cd19fb61ffe98ab8" providerId="LiveId" clId="{80B9D0F7-EA3F-41F2-A018-82727FD7D854}" dt="2025-11-03T16:49:06.818" v="1011" actId="2711"/>
        <pc:sldMkLst>
          <pc:docMk/>
          <pc:sldMk cId="1394508056" sldId="348"/>
        </pc:sldMkLst>
        <pc:spChg chg="del mod ord">
          <ac:chgData name="Anton Schmierer" userId="cd19fb61ffe98ab8" providerId="LiveId" clId="{80B9D0F7-EA3F-41F2-A018-82727FD7D854}" dt="2025-11-03T16:43:26.301" v="879" actId="700"/>
          <ac:spMkLst>
            <pc:docMk/>
            <pc:sldMk cId="1394508056" sldId="348"/>
            <ac:spMk id="2" creationId="{13749BF4-1387-BCEF-316F-8659C46F8F6F}"/>
          </ac:spMkLst>
        </pc:spChg>
        <pc:spChg chg="del mod ord">
          <ac:chgData name="Anton Schmierer" userId="cd19fb61ffe98ab8" providerId="LiveId" clId="{80B9D0F7-EA3F-41F2-A018-82727FD7D854}" dt="2025-11-03T16:43:26.301" v="879" actId="700"/>
          <ac:spMkLst>
            <pc:docMk/>
            <pc:sldMk cId="1394508056" sldId="348"/>
            <ac:spMk id="3" creationId="{7DAB13AB-D75A-2D6A-9C6A-BFA63349C49D}"/>
          </ac:spMkLst>
        </pc:spChg>
        <pc:spChg chg="del mod ord">
          <ac:chgData name="Anton Schmierer" userId="cd19fb61ffe98ab8" providerId="LiveId" clId="{80B9D0F7-EA3F-41F2-A018-82727FD7D854}" dt="2025-11-03T16:43:26.301" v="879" actId="700"/>
          <ac:spMkLst>
            <pc:docMk/>
            <pc:sldMk cId="1394508056" sldId="348"/>
            <ac:spMk id="4" creationId="{DC45F56B-5D7C-A17E-8A75-A5B723AFAD83}"/>
          </ac:spMkLst>
        </pc:spChg>
        <pc:spChg chg="del mod ord">
          <ac:chgData name="Anton Schmierer" userId="cd19fb61ffe98ab8" providerId="LiveId" clId="{80B9D0F7-EA3F-41F2-A018-82727FD7D854}" dt="2025-11-03T16:43:26.301" v="879" actId="700"/>
          <ac:spMkLst>
            <pc:docMk/>
            <pc:sldMk cId="1394508056" sldId="348"/>
            <ac:spMk id="5" creationId="{F7608ACA-071B-DFA5-523D-CF43FE218A29}"/>
          </ac:spMkLst>
        </pc:spChg>
        <pc:spChg chg="del">
          <ac:chgData name="Anton Schmierer" userId="cd19fb61ffe98ab8" providerId="LiveId" clId="{80B9D0F7-EA3F-41F2-A018-82727FD7D854}" dt="2025-11-03T16:43:26.301" v="879" actId="700"/>
          <ac:spMkLst>
            <pc:docMk/>
            <pc:sldMk cId="1394508056" sldId="348"/>
            <ac:spMk id="6" creationId="{3A39F6FC-CBD7-A0C6-7947-A632F328EC04}"/>
          </ac:spMkLst>
        </pc:spChg>
        <pc:spChg chg="del">
          <ac:chgData name="Anton Schmierer" userId="cd19fb61ffe98ab8" providerId="LiveId" clId="{80B9D0F7-EA3F-41F2-A018-82727FD7D854}" dt="2025-11-03T16:43:26.301" v="879" actId="700"/>
          <ac:spMkLst>
            <pc:docMk/>
            <pc:sldMk cId="1394508056" sldId="348"/>
            <ac:spMk id="7" creationId="{103A22E5-D5C0-0EE5-88F3-E1AA0C67FD6F}"/>
          </ac:spMkLst>
        </pc:spChg>
        <pc:spChg chg="add del mod ord">
          <ac:chgData name="Anton Schmierer" userId="cd19fb61ffe98ab8" providerId="LiveId" clId="{80B9D0F7-EA3F-41F2-A018-82727FD7D854}" dt="2025-11-03T16:45:33.543" v="962" actId="700"/>
          <ac:spMkLst>
            <pc:docMk/>
            <pc:sldMk cId="1394508056" sldId="348"/>
            <ac:spMk id="8" creationId="{36B34279-A568-89D3-7A0B-070E2FC24D83}"/>
          </ac:spMkLst>
        </pc:spChg>
        <pc:spChg chg="add del mod ord">
          <ac:chgData name="Anton Schmierer" userId="cd19fb61ffe98ab8" providerId="LiveId" clId="{80B9D0F7-EA3F-41F2-A018-82727FD7D854}" dt="2025-11-03T16:45:33.543" v="962" actId="700"/>
          <ac:spMkLst>
            <pc:docMk/>
            <pc:sldMk cId="1394508056" sldId="348"/>
            <ac:spMk id="9" creationId="{4A869542-234E-40B0-C136-165E5949F2A1}"/>
          </ac:spMkLst>
        </pc:spChg>
        <pc:spChg chg="add del mod ord">
          <ac:chgData name="Anton Schmierer" userId="cd19fb61ffe98ab8" providerId="LiveId" clId="{80B9D0F7-EA3F-41F2-A018-82727FD7D854}" dt="2025-11-03T16:45:33.543" v="962" actId="700"/>
          <ac:spMkLst>
            <pc:docMk/>
            <pc:sldMk cId="1394508056" sldId="348"/>
            <ac:spMk id="10" creationId="{A357C8F6-62FA-240B-3F21-14E63B25803E}"/>
          </ac:spMkLst>
        </pc:spChg>
        <pc:spChg chg="add del mod ord">
          <ac:chgData name="Anton Schmierer" userId="cd19fb61ffe98ab8" providerId="LiveId" clId="{80B9D0F7-EA3F-41F2-A018-82727FD7D854}" dt="2025-11-03T16:45:33.543" v="962" actId="700"/>
          <ac:spMkLst>
            <pc:docMk/>
            <pc:sldMk cId="1394508056" sldId="348"/>
            <ac:spMk id="11" creationId="{3BCFC312-F07C-30F1-84EA-75F335E77A25}"/>
          </ac:spMkLst>
        </pc:spChg>
        <pc:spChg chg="add mod ord">
          <ac:chgData name="Anton Schmierer" userId="cd19fb61ffe98ab8" providerId="LiveId" clId="{80B9D0F7-EA3F-41F2-A018-82727FD7D854}" dt="2025-11-03T16:45:33.543" v="962" actId="700"/>
          <ac:spMkLst>
            <pc:docMk/>
            <pc:sldMk cId="1394508056" sldId="348"/>
            <ac:spMk id="12" creationId="{28D0F2FB-3342-1B5A-CE52-0F060DFA018D}"/>
          </ac:spMkLst>
        </pc:spChg>
        <pc:spChg chg="add mod ord">
          <ac:chgData name="Anton Schmierer" userId="cd19fb61ffe98ab8" providerId="LiveId" clId="{80B9D0F7-EA3F-41F2-A018-82727FD7D854}" dt="2025-11-03T16:49:06.818" v="1011" actId="2711"/>
          <ac:spMkLst>
            <pc:docMk/>
            <pc:sldMk cId="1394508056" sldId="348"/>
            <ac:spMk id="13" creationId="{74DF5104-15C3-15F1-45D2-3144A3BA772C}"/>
          </ac:spMkLst>
        </pc:spChg>
        <pc:spChg chg="add mod ord">
          <ac:chgData name="Anton Schmierer" userId="cd19fb61ffe98ab8" providerId="LiveId" clId="{80B9D0F7-EA3F-41F2-A018-82727FD7D854}" dt="2025-11-03T16:49:00.789" v="1010" actId="2711"/>
          <ac:spMkLst>
            <pc:docMk/>
            <pc:sldMk cId="1394508056" sldId="348"/>
            <ac:spMk id="14" creationId="{201A0005-0130-8464-3573-0DA66FEE59E1}"/>
          </ac:spMkLst>
        </pc:spChg>
      </pc:sldChg>
      <pc:sldChg chg="modSp add mod ord">
        <pc:chgData name="Anton Schmierer" userId="cd19fb61ffe98ab8" providerId="LiveId" clId="{80B9D0F7-EA3F-41F2-A018-82727FD7D854}" dt="2025-11-03T16:45:02.350" v="961" actId="13926"/>
        <pc:sldMkLst>
          <pc:docMk/>
          <pc:sldMk cId="2356052617" sldId="349"/>
        </pc:sldMkLst>
        <pc:spChg chg="mod">
          <ac:chgData name="Anton Schmierer" userId="cd19fb61ffe98ab8" providerId="LiveId" clId="{80B9D0F7-EA3F-41F2-A018-82727FD7D854}" dt="2025-11-03T16:44:33.601" v="884" actId="6549"/>
          <ac:spMkLst>
            <pc:docMk/>
            <pc:sldMk cId="2356052617" sldId="349"/>
            <ac:spMk id="6" creationId="{B99508B5-BB79-FC91-35A1-5EC9BA5D5582}"/>
          </ac:spMkLst>
        </pc:spChg>
        <pc:spChg chg="mod">
          <ac:chgData name="Anton Schmierer" userId="cd19fb61ffe98ab8" providerId="LiveId" clId="{80B9D0F7-EA3F-41F2-A018-82727FD7D854}" dt="2025-11-03T16:45:02.350" v="961" actId="13926"/>
          <ac:spMkLst>
            <pc:docMk/>
            <pc:sldMk cId="2356052617" sldId="349"/>
            <ac:spMk id="7" creationId="{18CE5FC6-691A-1CAE-7E2F-9B0D188F55F2}"/>
          </ac:spMkLst>
        </pc:spChg>
      </pc:sldChg>
      <pc:sldChg chg="addSp delSp modSp new mod chgLayout">
        <pc:chgData name="Anton Schmierer" userId="cd19fb61ffe98ab8" providerId="LiveId" clId="{80B9D0F7-EA3F-41F2-A018-82727FD7D854}" dt="2025-11-03T16:50:20.303" v="1034" actId="2711"/>
        <pc:sldMkLst>
          <pc:docMk/>
          <pc:sldMk cId="4054791457" sldId="350"/>
        </pc:sldMkLst>
        <pc:spChg chg="del">
          <ac:chgData name="Anton Schmierer" userId="cd19fb61ffe98ab8" providerId="LiveId" clId="{80B9D0F7-EA3F-41F2-A018-82727FD7D854}" dt="2025-11-03T16:45:50.422" v="967" actId="700"/>
          <ac:spMkLst>
            <pc:docMk/>
            <pc:sldMk cId="4054791457" sldId="350"/>
            <ac:spMk id="2" creationId="{87B830B5-4410-11AF-AF25-6C30E17F1FE6}"/>
          </ac:spMkLst>
        </pc:spChg>
        <pc:spChg chg="del">
          <ac:chgData name="Anton Schmierer" userId="cd19fb61ffe98ab8" providerId="LiveId" clId="{80B9D0F7-EA3F-41F2-A018-82727FD7D854}" dt="2025-11-03T16:45:50.422" v="967" actId="700"/>
          <ac:spMkLst>
            <pc:docMk/>
            <pc:sldMk cId="4054791457" sldId="350"/>
            <ac:spMk id="3" creationId="{F5165BA7-5AF1-2CB7-6A77-74548D255D23}"/>
          </ac:spMkLst>
        </pc:spChg>
        <pc:spChg chg="del">
          <ac:chgData name="Anton Schmierer" userId="cd19fb61ffe98ab8" providerId="LiveId" clId="{80B9D0F7-EA3F-41F2-A018-82727FD7D854}" dt="2025-11-03T16:45:50.422" v="967" actId="700"/>
          <ac:spMkLst>
            <pc:docMk/>
            <pc:sldMk cId="4054791457" sldId="350"/>
            <ac:spMk id="4" creationId="{FD9E008E-EA9F-498B-A578-209FA922979D}"/>
          </ac:spMkLst>
        </pc:spChg>
        <pc:spChg chg="del">
          <ac:chgData name="Anton Schmierer" userId="cd19fb61ffe98ab8" providerId="LiveId" clId="{80B9D0F7-EA3F-41F2-A018-82727FD7D854}" dt="2025-11-03T16:45:50.422" v="967" actId="700"/>
          <ac:spMkLst>
            <pc:docMk/>
            <pc:sldMk cId="4054791457" sldId="350"/>
            <ac:spMk id="5" creationId="{C71BC3F3-CB19-8435-E45D-6A6C5F9A18A3}"/>
          </ac:spMkLst>
        </pc:spChg>
        <pc:spChg chg="add mod ord">
          <ac:chgData name="Anton Schmierer" userId="cd19fb61ffe98ab8" providerId="LiveId" clId="{80B9D0F7-EA3F-41F2-A018-82727FD7D854}" dt="2025-11-03T16:45:50.422" v="967" actId="700"/>
          <ac:spMkLst>
            <pc:docMk/>
            <pc:sldMk cId="4054791457" sldId="350"/>
            <ac:spMk id="6" creationId="{EFD1B475-6251-BBE3-CF57-577E9BC9CFDD}"/>
          </ac:spMkLst>
        </pc:spChg>
        <pc:spChg chg="add del mod ord">
          <ac:chgData name="Anton Schmierer" userId="cd19fb61ffe98ab8" providerId="LiveId" clId="{80B9D0F7-EA3F-41F2-A018-82727FD7D854}" dt="2025-11-03T16:50:03.565" v="1023" actId="478"/>
          <ac:spMkLst>
            <pc:docMk/>
            <pc:sldMk cId="4054791457" sldId="350"/>
            <ac:spMk id="7" creationId="{6B462A0C-52B5-078F-59F3-5AD024944C44}"/>
          </ac:spMkLst>
        </pc:spChg>
        <pc:spChg chg="add mod ord">
          <ac:chgData name="Anton Schmierer" userId="cd19fb61ffe98ab8" providerId="LiveId" clId="{80B9D0F7-EA3F-41F2-A018-82727FD7D854}" dt="2025-11-03T16:49:35.799" v="1016" actId="2711"/>
          <ac:spMkLst>
            <pc:docMk/>
            <pc:sldMk cId="4054791457" sldId="350"/>
            <ac:spMk id="8" creationId="{46255430-88B5-250F-D2CF-A058938CD59F}"/>
          </ac:spMkLst>
        </pc:spChg>
        <pc:spChg chg="add mod ord">
          <ac:chgData name="Anton Schmierer" userId="cd19fb61ffe98ab8" providerId="LiveId" clId="{80B9D0F7-EA3F-41F2-A018-82727FD7D854}" dt="2025-11-03T16:49:47.199" v="1018" actId="2711"/>
          <ac:spMkLst>
            <pc:docMk/>
            <pc:sldMk cId="4054791457" sldId="350"/>
            <ac:spMk id="9" creationId="{37E4147C-6276-38B4-4BF1-EFAE9DDBABD7}"/>
          </ac:spMkLst>
        </pc:spChg>
        <pc:spChg chg="add mod">
          <ac:chgData name="Anton Schmierer" userId="cd19fb61ffe98ab8" providerId="LiveId" clId="{80B9D0F7-EA3F-41F2-A018-82727FD7D854}" dt="2025-11-03T16:49:41.041" v="1017" actId="2711"/>
          <ac:spMkLst>
            <pc:docMk/>
            <pc:sldMk cId="4054791457" sldId="350"/>
            <ac:spMk id="10" creationId="{BEA7B7E3-1BEB-4C63-B57E-2F493B03DAA3}"/>
          </ac:spMkLst>
        </pc:spChg>
        <pc:spChg chg="add mod">
          <ac:chgData name="Anton Schmierer" userId="cd19fb61ffe98ab8" providerId="LiveId" clId="{80B9D0F7-EA3F-41F2-A018-82727FD7D854}" dt="2025-11-03T16:50:20.303" v="1034" actId="2711"/>
          <ac:spMkLst>
            <pc:docMk/>
            <pc:sldMk cId="4054791457" sldId="350"/>
            <ac:spMk id="11" creationId="{828ACCB5-7908-DB53-7BB6-D762CF1330BC}"/>
          </ac:spMkLst>
        </pc:spChg>
      </pc:sldChg>
      <pc:sldChg chg="modSp add mod">
        <pc:chgData name="Anton Schmierer" userId="cd19fb61ffe98ab8" providerId="LiveId" clId="{80B9D0F7-EA3F-41F2-A018-82727FD7D854}" dt="2025-11-03T16:51:17.314" v="1037"/>
        <pc:sldMkLst>
          <pc:docMk/>
          <pc:sldMk cId="3956726703" sldId="351"/>
        </pc:sldMkLst>
        <pc:spChg chg="mod">
          <ac:chgData name="Anton Schmierer" userId="cd19fb61ffe98ab8" providerId="LiveId" clId="{80B9D0F7-EA3F-41F2-A018-82727FD7D854}" dt="2025-11-03T16:51:17.314" v="1037"/>
          <ac:spMkLst>
            <pc:docMk/>
            <pc:sldMk cId="3956726703" sldId="351"/>
            <ac:spMk id="13" creationId="{64A8B7F8-2D1A-1090-44D1-95BB58E5DA68}"/>
          </ac:spMkLst>
        </pc:spChg>
        <pc:spChg chg="mod">
          <ac:chgData name="Anton Schmierer" userId="cd19fb61ffe98ab8" providerId="LiveId" clId="{80B9D0F7-EA3F-41F2-A018-82727FD7D854}" dt="2025-11-03T16:51:08.777" v="1036"/>
          <ac:spMkLst>
            <pc:docMk/>
            <pc:sldMk cId="3956726703" sldId="351"/>
            <ac:spMk id="14" creationId="{A793C303-0D52-EC10-8B01-666578FE57A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A9E21-4981-413F-9BAB-A1BE42E0A624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2594" y="645741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872BD-D2C1-4FAA-A740-0001980793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761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94" y="0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750" y="509588"/>
            <a:ext cx="453072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360" y="3228190"/>
            <a:ext cx="7943508" cy="305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79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94" y="6456379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B2B633-7BEC-49A7-B3BF-92E0C7E450E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3196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145E3-E586-140A-DED5-D08D74E20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3B400DA-5866-A341-089D-47D586338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9FE930-6E5C-29E9-1033-0A3C7FC03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28BD40-2D22-B8BE-367C-2F4D3FB8C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57757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5E7E8-7DF0-05A0-E60D-A5665243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849405A-2041-8276-DFE0-837AF8CCA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E04895C-48FE-FC92-46AB-928E140FE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342727-9D14-19EA-B367-0B11396E7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68579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01A92-C570-0575-7971-F3A304957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6AEF075-93DC-B41D-EB74-AF105B7C9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93E24CC-A3E8-91AC-A089-4457F05F2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A67DF3-C812-D3A2-D9A4-511FB1324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14493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97963-2087-1D6E-2F8C-89334398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998DEB2-5F67-D1A8-6DDD-63F927B73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BF1B0F5-1B0E-F24C-1D5C-2A4BF0D1D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BCD55C-591B-9A6C-6DC2-AC443B865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79200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DD08A-73BA-26D6-7C40-A0C0F90B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738BF81-93F3-3479-7B10-FE802A098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16CFFCF-6DE1-0EF5-7F3C-4701B9135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4465DE-07B2-0949-B35C-AA8A27513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90815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3A7A9-0538-3BE7-8E62-50B4FEF5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24C2E4D-0483-E609-126B-86BE2F905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50DE1DF-DE7A-15CA-0900-2F8233EC5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517DBDD-8D66-A78A-05BD-5925C3583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25204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BEE5-534F-699E-4F43-C9D24B7BA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EC56E5C-27A2-9E6C-7240-9D2D55126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0C0CFE0-58DB-9570-BC3F-979E2CD4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7AFF8E-0A1D-0629-2A33-295C2F49F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45079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A7B95-C3B6-E231-6C9B-56723D29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DF79884-B7F9-0BE3-0AD9-B9D091EE0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EA2CD37-EB7C-2DD6-4A6F-7E2402BDF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CC361A-9BFD-BD6D-10BC-4D2828D5C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9336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F84FE-0E61-DDD2-99E8-94690BD0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1632551-F346-BF93-CB6D-F9A02AEA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2FCFDD6-B3B0-66A7-39BE-1949BB0D9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83CF5-1740-659E-5120-5FEB7E049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5423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396A-1AD0-DA26-3889-2C5F1D5E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2F6E581-3E8A-E071-A375-D98D04E79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DC8D713-FF36-FAE8-7485-11333752B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025B72-758B-3882-578C-A6BB3604D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64838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345C-62C8-68F5-E6FE-33F32BF2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DB1A915-810D-E301-FC9F-449E8502E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846FA1-7283-A1FB-7F63-AB4EAE254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EC983A-C6CF-BD09-530B-FE8F867BE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14346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4D511-BE09-3F14-BE5C-00EB7F5D7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508A910-7589-B286-52AF-A926DF144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9806E79-FA18-5882-FE03-B419A9816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FB2CF6-AECD-A358-5789-398165218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6799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C2114-CC5F-2BF9-3D95-80856E90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405A14A-D8C1-0C16-3B1C-3EE14BB29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308F553-AF89-DBCC-4C00-E129C6638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845ADB-2909-E4DC-AEF2-59AA1BB57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43685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CE0C9-A0CF-4D07-4EE9-ACE0715EA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BF84184-B697-9795-C51F-550A02117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41D9CCE-F9C7-40C7-BE20-A8834785C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365AF4-700E-DC3F-603F-8D552FBDA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41608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E4FC3-1011-8764-D460-633879AD5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4B5FA14-5220-AFC4-13CF-FFD3397F5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25D69C9-378F-5ABE-5FD8-ACDEC8B25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79904A-FC24-72C8-18CE-56CA7AE3A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29149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2EC19-2A31-5FC9-2841-AE882E8B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1808E53-23A2-D1E2-4945-1C48F00BA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3FE5F6E-E94C-EDBB-0655-84F764AF5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7F2447-450B-C8AA-1F5E-55E72B033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45027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91FF5-A19E-60BF-06A1-768A7C917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01D51AF-B43A-0047-23FA-8A977E8E1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B8A31E5-7526-C26E-A656-4E2766DAB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DB9844-C35F-8053-3F0F-D56E29349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134822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7C46-DC74-D881-02B1-0EC43EB4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83143B1-86C5-54C8-B217-D299993F4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8E0F76-5BD6-3947-CE0F-73A312DEF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0C39CD-416F-81A9-076A-1B67142D2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53521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gm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3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34963" y="1776095"/>
            <a:ext cx="11557000" cy="44894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2420938"/>
            <a:ext cx="12192000" cy="4096740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626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1162">
          <p15:clr>
            <a:srgbClr val="000000"/>
          </p15:clr>
        </p15:guide>
        <p15:guide id="8" orient="horz" pos="1525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elsber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2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34963" y="1776095"/>
            <a:ext cx="11557000" cy="44894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2420938"/>
            <a:ext cx="2711450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4"/>
          </p:nvPr>
        </p:nvSpPr>
        <p:spPr>
          <a:xfrm>
            <a:off x="2711450" y="2420938"/>
            <a:ext cx="5225098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6" name="Bildplatzhalter 2"/>
          <p:cNvSpPr>
            <a:spLocks noGrp="1"/>
          </p:cNvSpPr>
          <p:nvPr>
            <p:ph type="pic" sz="quarter" idx="15"/>
          </p:nvPr>
        </p:nvSpPr>
        <p:spPr>
          <a:xfrm>
            <a:off x="7940040" y="2420938"/>
            <a:ext cx="4251960" cy="2440622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9" name="Bildplatzhalter 4"/>
          <p:cNvSpPr>
            <a:spLocks noGrp="1"/>
          </p:cNvSpPr>
          <p:nvPr>
            <p:ph type="pic" sz="quarter" idx="16" hasCustomPrompt="1"/>
          </p:nvPr>
        </p:nvSpPr>
        <p:spPr>
          <a:xfrm>
            <a:off x="334963" y="5200968"/>
            <a:ext cx="1404937" cy="9998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Logo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2387601" y="5139267"/>
            <a:ext cx="9504362" cy="10615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7955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3067" userDrawn="1">
          <p15:clr>
            <a:srgbClr val="5ACBF0"/>
          </p15:clr>
        </p15:guide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1162">
          <p15:clr>
            <a:srgbClr val="000000"/>
          </p15:clr>
        </p15:guide>
        <p15:guide id="8" orient="horz" pos="1525">
          <p15:clr>
            <a:srgbClr val="5ACBF0"/>
          </p15:clr>
        </p15:guide>
        <p15:guide id="9" orient="horz" pos="3271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ö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2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1" hasCustomPrompt="1"/>
          </p:nvPr>
        </p:nvSpPr>
        <p:spPr>
          <a:xfrm>
            <a:off x="334963" y="1844675"/>
            <a:ext cx="1404937" cy="13811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Logo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2711449" y="1775461"/>
            <a:ext cx="9180513" cy="5181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711450" y="2420938"/>
            <a:ext cx="9480550" cy="4096740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2815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1162">
          <p15:clr>
            <a:srgbClr val="000000"/>
          </p15:clr>
        </p15:guide>
        <p15:guide id="8" orient="horz" pos="1525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ßber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platzhalter 25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3" cy="8937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1484313"/>
            <a:ext cx="316992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"/>
          </p:nvPr>
        </p:nvSpPr>
        <p:spPr>
          <a:xfrm>
            <a:off x="3177540" y="1484313"/>
            <a:ext cx="493014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5"/>
          </p:nvPr>
        </p:nvSpPr>
        <p:spPr>
          <a:xfrm>
            <a:off x="8115300" y="1484313"/>
            <a:ext cx="4076700" cy="318674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34963" y="4938395"/>
            <a:ext cx="11557000" cy="1262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953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3749" userDrawn="1">
          <p15:clr>
            <a:srgbClr val="5ACBF0"/>
          </p15:clr>
        </p15:guide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935" userDrawn="1">
          <p15:clr>
            <a:srgbClr val="000000"/>
          </p15:clr>
        </p15:guide>
        <p15:guide id="8" orient="horz" pos="1525">
          <p15:clr>
            <a:srgbClr val="5ACBF0"/>
          </p15:clr>
        </p15:guide>
        <p15:guide id="9" pos="3931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ichenh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92088" y="1996440"/>
            <a:ext cx="11807825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3398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u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9" y="2060575"/>
            <a:ext cx="5795962" cy="4284663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6203950" y="2060574"/>
            <a:ext cx="5795963" cy="42846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94367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72" userDrawn="1">
          <p15:clr>
            <a:srgbClr val="5ACBF0"/>
          </p15:clr>
        </p15:guide>
        <p15:guide id="2" pos="3908" userDrawn="1">
          <p15:clr>
            <a:srgbClr val="5ACBF0"/>
          </p15:clr>
        </p15:guide>
        <p15:guide id="3" orient="horz" pos="1298" userDrawn="1">
          <p15:clr>
            <a:srgbClr val="5ACBF0"/>
          </p15:clr>
        </p15:guide>
        <p15:guide id="4" orient="horz" pos="1162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sie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9" y="2060575"/>
            <a:ext cx="5795962" cy="236664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192088" y="4618672"/>
            <a:ext cx="5795962" cy="17265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15"/>
          </p:nvPr>
        </p:nvSpPr>
        <p:spPr>
          <a:xfrm>
            <a:off x="6203951" y="2060575"/>
            <a:ext cx="5795962" cy="2366645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203950" y="4618672"/>
            <a:ext cx="5795962" cy="17265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582432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72">
          <p15:clr>
            <a:srgbClr val="5ACBF0"/>
          </p15:clr>
        </p15:guide>
        <p15:guide id="2" pos="3908">
          <p15:clr>
            <a:srgbClr val="5ACBF0"/>
          </p15:clr>
        </p15:guide>
        <p15:guide id="3" orient="horz" pos="1298">
          <p15:clr>
            <a:srgbClr val="5ACBF0"/>
          </p15:clr>
        </p15:guide>
        <p15:guide id="4" orient="horz" pos="1162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benst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9" y="2060575"/>
            <a:ext cx="3708399" cy="4284663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116387" y="2060574"/>
            <a:ext cx="7883525" cy="42846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93849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57" userDrawn="1">
          <p15:clr>
            <a:srgbClr val="5ACBF0"/>
          </p15:clr>
        </p15:guide>
        <p15:guide id="2" pos="2593" userDrawn="1">
          <p15:clr>
            <a:srgbClr val="5ACBF0"/>
          </p15:clr>
        </p15:guide>
        <p15:guide id="3" orient="horz" pos="1298">
          <p15:clr>
            <a:srgbClr val="5ACBF0"/>
          </p15:clr>
        </p15:guide>
        <p15:guide id="4" orient="horz" pos="1162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fenschl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2" hasCustomPrompt="1"/>
          </p:nvPr>
        </p:nvSpPr>
        <p:spPr>
          <a:xfrm>
            <a:off x="192088" y="908050"/>
            <a:ext cx="790576" cy="92837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Logo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58925" y="908050"/>
            <a:ext cx="10440988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1558925" y="1996440"/>
            <a:ext cx="10440988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72985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blen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3"/>
          <p:cNvSpPr>
            <a:spLocks noGrp="1"/>
          </p:cNvSpPr>
          <p:nvPr>
            <p:ph type="title" hasCustomPrompt="1"/>
          </p:nvPr>
        </p:nvSpPr>
        <p:spPr>
          <a:xfrm>
            <a:off x="1343025" y="152400"/>
            <a:ext cx="106568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4683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192088" y="1376363"/>
            <a:ext cx="3779837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92088" y="3497580"/>
            <a:ext cx="3779837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151784" y="1376363"/>
            <a:ext cx="3852391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1" name="Textplatzhalter 7"/>
          <p:cNvSpPr>
            <a:spLocks noGrp="1"/>
          </p:cNvSpPr>
          <p:nvPr>
            <p:ph type="body" sz="quarter" idx="16" hasCustomPrompt="1"/>
          </p:nvPr>
        </p:nvSpPr>
        <p:spPr>
          <a:xfrm>
            <a:off x="4151313" y="3497580"/>
            <a:ext cx="3852862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sz="quarter" idx="19"/>
          </p:nvPr>
        </p:nvSpPr>
        <p:spPr>
          <a:xfrm>
            <a:off x="8184232" y="1376363"/>
            <a:ext cx="3815681" cy="1907857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7" hasCustomPrompt="1"/>
          </p:nvPr>
        </p:nvSpPr>
        <p:spPr>
          <a:xfrm>
            <a:off x="8183563" y="3497580"/>
            <a:ext cx="3816350" cy="28476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66122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5042" userDrawn="1">
          <p15:clr>
            <a:srgbClr val="5ACBF0"/>
          </p15:clr>
        </p15:guide>
        <p15:guide id="1" pos="2502" userDrawn="1">
          <p15:clr>
            <a:srgbClr val="5ACBF0"/>
          </p15:clr>
        </p15:guide>
        <p15:guide id="2" pos="2615" userDrawn="1">
          <p15:clr>
            <a:srgbClr val="5ACBF0"/>
          </p15:clr>
        </p15:guide>
        <p15:guide id="3" orient="horz" pos="867" userDrawn="1">
          <p15:clr>
            <a:srgbClr val="5ACBF0"/>
          </p15:clr>
        </p15:guide>
        <p15:guide id="4" orient="horz" pos="754" userDrawn="1">
          <p15:clr>
            <a:srgbClr val="5ACBF0"/>
          </p15:clr>
        </p15:guide>
        <p15:guide id="5" pos="5155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0"/>
            <a:ext cx="12192000" cy="151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61369" y="333375"/>
            <a:ext cx="0" cy="8270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6525344"/>
            <a:ext cx="12192000" cy="1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 txBox="1">
            <a:spLocks noChangeArrowheads="1"/>
          </p:cNvSpPr>
          <p:nvPr userDrawn="1"/>
        </p:nvSpPr>
        <p:spPr bwMode="auto">
          <a:xfrm>
            <a:off x="192089" y="6525345"/>
            <a:ext cx="5759896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 dirty="0" smtClean="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Chemnitz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05</a:t>
            </a: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. November</a:t>
            </a:r>
            <a:r>
              <a:rPr lang="de-DE" sz="1400" baseline="0" dirty="0">
                <a:latin typeface="Roboto" panose="02000000000000000000" pitchFamily="2" charset="0"/>
                <a:ea typeface="Roboto" panose="02000000000000000000" pitchFamily="2" charset="0"/>
              </a:rPr>
              <a:t> 2025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</a:p>
        </p:txBody>
      </p:sp>
      <p:sp>
        <p:nvSpPr>
          <p:cNvPr id="18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www.tu-chemnitz.de</a:t>
            </a:r>
          </a:p>
        </p:txBody>
      </p:sp>
      <p:pic>
        <p:nvPicPr>
          <p:cNvPr id="3" name="Grafik 2" title="Logo der TU Chemnitz mit Bezug zur Kulturhauptstadt 202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333375"/>
            <a:ext cx="1388034" cy="8270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53" r:id="rId2"/>
    <p:sldLayoutId id="2147483751" r:id="rId3"/>
    <p:sldLayoutId id="2147483752" r:id="rId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000000"/>
          </p15:clr>
        </p15:guide>
        <p15:guide id="2" orient="horz" pos="210">
          <p15:clr>
            <a:srgbClr val="9FCC3B"/>
          </p15:clr>
        </p15:guide>
        <p15:guide id="3" orient="horz" pos="731">
          <p15:clr>
            <a:srgbClr val="9FCC3B"/>
          </p15:clr>
        </p15:guide>
        <p15:guide id="4" pos="1300" userDrawn="1">
          <p15:clr>
            <a:srgbClr val="9FCC3B"/>
          </p15:clr>
        </p15:guide>
        <p15:guide id="5" pos="1096" userDrawn="1">
          <p15:clr>
            <a:srgbClr val="9FCC3B"/>
          </p15:clr>
        </p15:guide>
        <p15:guide id="6" pos="1504" userDrawn="1">
          <p15:clr>
            <a:srgbClr val="9FCC3B"/>
          </p15:clr>
        </p15:guide>
        <p15:guide id="7" pos="7491">
          <p15:clr>
            <a:srgbClr val="000000"/>
          </p15:clr>
        </p15:guide>
        <p15:guide id="8" orient="horz" pos="3906">
          <p15:clr>
            <a:srgbClr val="000000"/>
          </p15:clr>
        </p15:guide>
        <p15:guide id="9" orient="horz" pos="1162">
          <p15:clr>
            <a:srgbClr val="000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274"/>
            <a:ext cx="12192000" cy="764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66868" y="152713"/>
            <a:ext cx="0" cy="46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6525344"/>
            <a:ext cx="12192000" cy="0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www.tu-chemnitz.de</a:t>
            </a:r>
          </a:p>
        </p:txBody>
      </p:sp>
      <p:sp>
        <p:nvSpPr>
          <p:cNvPr id="34" name="Fußzeilenplatzhalter 4"/>
          <p:cNvSpPr txBox="1">
            <a:spLocks/>
          </p:cNvSpPr>
          <p:nvPr userDrawn="1"/>
        </p:nvSpPr>
        <p:spPr>
          <a:xfrm>
            <a:off x="4655840" y="6526933"/>
            <a:ext cx="5593060" cy="332656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 dirty="0" smtClean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fld id="{72C5D026-0A5E-414E-BDD7-AEAAC7E56A8F}" type="slidenum">
              <a:rPr lang="de-DE" sz="1400" smtClean="0">
                <a:latin typeface="Roboto" panose="02000000000000000000" pitchFamily="2" charset="0"/>
                <a:ea typeface="Roboto" panose="02000000000000000000" pitchFamily="2" charset="0"/>
              </a:rPr>
              <a:pPr algn="ctr">
                <a:defRPr/>
              </a:pPr>
              <a:t>‹Nr.›</a:t>
            </a:fld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Rectangle 4"/>
          <p:cNvSpPr txBox="1">
            <a:spLocks noChangeArrowheads="1"/>
          </p:cNvSpPr>
          <p:nvPr userDrawn="1"/>
        </p:nvSpPr>
        <p:spPr bwMode="auto">
          <a:xfrm>
            <a:off x="192089" y="6525345"/>
            <a:ext cx="5759896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 dirty="0" smtClean="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Chemnitz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05</a:t>
            </a: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. November</a:t>
            </a:r>
            <a:r>
              <a:rPr lang="de-DE" sz="1400" baseline="0" dirty="0">
                <a:latin typeface="Roboto" panose="02000000000000000000" pitchFamily="2" charset="0"/>
                <a:ea typeface="Roboto" panose="02000000000000000000" pitchFamily="2" charset="0"/>
              </a:rPr>
              <a:t> 2025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</a:t>
            </a:r>
          </a:p>
        </p:txBody>
      </p:sp>
      <p:pic>
        <p:nvPicPr>
          <p:cNvPr id="10" name="Grafik 9" title="Logo der TU Chemnitz mit Bezug zur Kulturhauptstadt 202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9" y="152400"/>
            <a:ext cx="78540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3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4" r:id="rId2"/>
    <p:sldLayoutId id="2147483755" r:id="rId3"/>
    <p:sldLayoutId id="2147483756" r:id="rId4"/>
    <p:sldLayoutId id="2147483719" r:id="rId5"/>
    <p:sldLayoutId id="214748375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1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9FCC3B"/>
          </p15:clr>
        </p15:guide>
        <p15:guide id="2" orient="horz" pos="391" userDrawn="1">
          <p15:clr>
            <a:srgbClr val="9FCC3B"/>
          </p15:clr>
        </p15:guide>
        <p15:guide id="3" pos="846" userDrawn="1">
          <p15:clr>
            <a:srgbClr val="9FCC3B"/>
          </p15:clr>
        </p15:guide>
        <p15:guide id="4" pos="121" userDrawn="1">
          <p15:clr>
            <a:srgbClr val="000000"/>
          </p15:clr>
        </p15:guide>
        <p15:guide id="5" pos="733" userDrawn="1">
          <p15:clr>
            <a:srgbClr val="9FCC3B"/>
          </p15:clr>
        </p15:guide>
        <p15:guide id="6" pos="619" userDrawn="1">
          <p15:clr>
            <a:srgbClr val="9FCC3B"/>
          </p15:clr>
        </p15:guide>
        <p15:guide id="7" pos="7559" userDrawn="1">
          <p15:clr>
            <a:srgbClr val="000000"/>
          </p15:clr>
        </p15:guide>
        <p15:guide id="8" orient="horz" pos="572" userDrawn="1">
          <p15:clr>
            <a:srgbClr val="000000"/>
          </p15:clr>
        </p15:guide>
        <p15:guide id="9" orient="horz" pos="3997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ellis-leipzig.d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7600" y="266700"/>
            <a:ext cx="9504363" cy="8937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Softwarepraktikum</a:t>
            </a:r>
            <a:r>
              <a:rPr lang="en-US" dirty="0"/>
              <a:t> WS25/26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>
          <a:xfrm>
            <a:off x="334963" y="1776095"/>
            <a:ext cx="11678072" cy="1143274"/>
          </a:xfrm>
        </p:spPr>
        <p:txBody>
          <a:bodyPr>
            <a:normAutofit/>
          </a:bodyPr>
          <a:lstStyle/>
          <a:p>
            <a:r>
              <a:rPr lang="en-US" dirty="0" err="1"/>
              <a:t>Meilenstein</a:t>
            </a:r>
            <a:r>
              <a:rPr lang="en-US" dirty="0"/>
              <a:t> 1: Requirements</a:t>
            </a:r>
          </a:p>
          <a:p>
            <a:r>
              <a:rPr lang="en-US" dirty="0" err="1"/>
              <a:t>Abgabe</a:t>
            </a:r>
            <a:r>
              <a:rPr lang="en-US" dirty="0"/>
              <a:t>: 05.11.2025</a:t>
            </a:r>
            <a:endParaRPr lang="de-DE" dirty="0"/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16C208F8-EBF7-5C41-7919-1D11A41AFCCC}"/>
              </a:ext>
            </a:extLst>
          </p:cNvPr>
          <p:cNvSpPr txBox="1">
            <a:spLocks/>
          </p:cNvSpPr>
          <p:nvPr/>
        </p:nvSpPr>
        <p:spPr>
          <a:xfrm>
            <a:off x="889233" y="2927758"/>
            <a:ext cx="4135772" cy="317186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Anton Schmierer</a:t>
            </a:r>
          </a:p>
          <a:p>
            <a:pPr marL="0" indent="0">
              <a:buFontTx/>
              <a:buNone/>
            </a:pPr>
            <a:b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Hanna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Scheudeck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Tx/>
              <a:buNone/>
            </a:pP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Tx/>
              <a:buNone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Pia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Scheffelmaier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Tx/>
              <a:buNone/>
            </a:pP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FontTx/>
              <a:buNone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Mohammed Rajeh</a:t>
            </a:r>
            <a:endParaRPr lang="de-DE" sz="2000" kern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32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9897-9057-5217-03E6-7381E79A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C777DA1-E88C-4977-1E2D-114359AE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3BF33E3-905B-859A-0CDB-3636FA248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9387" y="1394611"/>
            <a:ext cx="11913226" cy="445251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Functional Requirements</a:t>
            </a:r>
          </a:p>
          <a:p>
            <a:pPr marL="457200" indent="-457200">
              <a:buFont typeface="+mj-lt"/>
              <a:buAutoNum type="arabicPeriod"/>
            </a:pPr>
            <a:endParaRPr lang="en-US" b="0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Non-Functional Requirements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Reflexion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0" dirty="0"/>
          </a:p>
          <a:p>
            <a:endParaRPr lang="en-US" b="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636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C494D-8733-7F92-010D-A0A292E9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8EB4A92-290D-12F8-92EB-14CC61CB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1. 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FCC9E97-27C8-8124-A7FA-118E30FB3B06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FR-01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C4EE76D-5057-57DF-8187-C9FD5F16E753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3D26285-C189-D14B-8CAB-E66986D36895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882B26-0FFE-8541-E3E9-B67B5CEEFFE6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DD8798C-9846-824E-B3B1-C5C10749438D}"/>
              </a:ext>
            </a:extLst>
          </p:cNvPr>
          <p:cNvSpPr/>
          <p:nvPr/>
        </p:nvSpPr>
        <p:spPr>
          <a:xfrm>
            <a:off x="1899251" y="1339175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Das System soll </a:t>
            </a:r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ermöglichen, neue Anfragen und Beratungsfälle über eine benutzerfreundliche Eingabemaske zu erfassen. - Es gibt zwei Arten von Datensätzen: Anfrage (Erstkontakt bzw. Terminvereinbarung) und Beratungsfall (laufende Beratung).</a:t>
            </a:r>
          </a:p>
          <a:p>
            <a:r>
              <a:rPr lang="de-DE" sz="1100" dirty="0">
                <a:solidFill>
                  <a:schemeClr val="tx1"/>
                </a:solidFill>
              </a:rPr>
              <a:t>Beim Speichern werden Pflichtfelder überprüft: fehlende Angaben werden mit Fehlermeldung angezeigt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2138D5C-E1B9-EA96-3E7C-FDDE2159CABB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707EFF0-0358-C388-52AA-509B25C57232}"/>
              </a:ext>
            </a:extLst>
          </p:cNvPr>
          <p:cNvSpPr/>
          <p:nvPr/>
        </p:nvSpPr>
        <p:spPr>
          <a:xfrm>
            <a:off x="1899253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Der Kernprozess des Systems ist die Datenerfassung. Die Erfassung soll digital und strukturiert erfolgen. Das reduziert den Arbeitsaufwand der </a:t>
            </a:r>
            <a:r>
              <a:rPr lang="de-DE" sz="1100" dirty="0" err="1">
                <a:solidFill>
                  <a:schemeClr val="tx1"/>
                </a:solidFill>
              </a:rPr>
              <a:t>Mitglieder:innen</a:t>
            </a:r>
            <a:r>
              <a:rPr lang="de-DE" sz="1100" dirty="0">
                <a:solidFill>
                  <a:schemeClr val="tx1"/>
                </a:solidFill>
              </a:rPr>
              <a:t>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858BD9C-DC70-6A02-FC6C-DF7AF7ED1BAA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3DD2826-F937-C0B7-A640-E95A663B5EDD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FCE78B4-EA94-FE9F-F7CF-2E33EC11A462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A260BE3-BC49-1D35-2774-58F1A8B11F71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können schneller eine vollständige Anfrage oder Beratungsfall erfassen. </a:t>
            </a:r>
          </a:p>
          <a:p>
            <a:r>
              <a:rPr lang="de-DE" sz="1100" dirty="0">
                <a:solidFill>
                  <a:schemeClr val="tx1"/>
                </a:solidFill>
              </a:rPr>
              <a:t>Alle Pflichtfelder werden überprüft und Fehlermeldungen sind verständlich formuliert.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F5F96FD-2A37-8050-A3FE-07E53C2D0B8E}"/>
              </a:ext>
            </a:extLst>
          </p:cNvPr>
          <p:cNvSpPr/>
          <p:nvPr/>
        </p:nvSpPr>
        <p:spPr>
          <a:xfrm>
            <a:off x="192088" y="4638429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638D315-FE22-D82E-A1C7-26B38FC59CBC}"/>
              </a:ext>
            </a:extLst>
          </p:cNvPr>
          <p:cNvSpPr/>
          <p:nvPr/>
        </p:nvSpPr>
        <p:spPr>
          <a:xfrm>
            <a:off x="6254749" y="462280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79ED82C-86F5-D447-938A-449E5EDF7512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02760C9-86D1-30F2-014F-FE27A41B6E30}"/>
              </a:ext>
            </a:extLst>
          </p:cNvPr>
          <p:cNvSpPr/>
          <p:nvPr/>
        </p:nvSpPr>
        <p:spPr>
          <a:xfrm>
            <a:off x="6252089" y="5082626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1A1CDE1B-43A5-030E-7B30-2B25311ED707}"/>
              </a:ext>
            </a:extLst>
          </p:cNvPr>
          <p:cNvSpPr/>
          <p:nvPr/>
        </p:nvSpPr>
        <p:spPr>
          <a:xfrm>
            <a:off x="192088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08F465A-9724-A8DF-6B98-CEE36F3CECE1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dirty="0">
                <a:solidFill>
                  <a:schemeClr val="tx1"/>
                </a:solidFill>
              </a:rPr>
              <a:t>. Erstellt am 03.11., bearbeitet am 03.11.,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Pia</a:t>
            </a:r>
          </a:p>
        </p:txBody>
      </p:sp>
    </p:spTree>
    <p:extLst>
      <p:ext uri="{BB962C8B-B14F-4D97-AF65-F5344CB8AC3E}">
        <p14:creationId xmlns:p14="http://schemas.microsoft.com/office/powerpoint/2010/main" val="1339209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08FD1-39FB-25B8-F103-8CA645BD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77872D2-8643-658A-AFF3-33B089DE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1. 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79AB321-BB00-449B-72A6-3C198582925A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FR-02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FCA415B-74D6-905C-968C-26A901A8AB37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E127CAE-8828-714B-5437-9548BF1160DD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4003287-4C6F-7C93-D37F-E2CF7C5F62C6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0DE692D-F4EE-1CDF-E60B-A441271DF496}"/>
              </a:ext>
            </a:extLst>
          </p:cNvPr>
          <p:cNvSpPr/>
          <p:nvPr/>
        </p:nvSpPr>
        <p:spPr>
          <a:xfrm>
            <a:off x="1899251" y="1339175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Das System muss es allen berechtigten </a:t>
            </a:r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ermöglichen, bestehende Datensätze zu suchen, anzuzeigen, zu bearbeiten und zu aktualisieren.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8601193-7418-3965-B3DD-16CD25ABAAF0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1AF9040-E8CC-032B-3CE4-C0F1FFB25CB6}"/>
              </a:ext>
            </a:extLst>
          </p:cNvPr>
          <p:cNvSpPr/>
          <p:nvPr/>
        </p:nvSpPr>
        <p:spPr>
          <a:xfrm>
            <a:off x="1899253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Im Beratungsprozess werden Fälle fortlaufend ergänzt. Eine Bearbeitungsfunktion ist notwendig, um Änderungen und neue Informationen nachvollziehbar zu dokumentieren.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97EB669-8ED1-F644-E517-C4BA6D3896D2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711F42C-00D4-A1D2-B829-5CBB509E6A0C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7F7D487-DB98-8A24-DA7E-CD01D1A1DB1F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D505E470-19CF-755E-0D00-B59DF8B7A5B1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Ein:e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berechtigte:r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Nutzer:in</a:t>
            </a:r>
            <a:r>
              <a:rPr lang="de-DE" sz="1100" dirty="0">
                <a:solidFill>
                  <a:schemeClr val="tx1"/>
                </a:solidFill>
              </a:rPr>
              <a:t> kann vorhandene Datensätze (Anfragen oder Fälle) über Suchkriterien finden, öffnen, bearbeiten, speichern und den Status eines Beratungstermins (z. B. Form oder Datum) aktualisieren.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375DA07-B399-9EB9-0A2F-F07755ACA867}"/>
              </a:ext>
            </a:extLst>
          </p:cNvPr>
          <p:cNvSpPr/>
          <p:nvPr/>
        </p:nvSpPr>
        <p:spPr>
          <a:xfrm>
            <a:off x="192088" y="4638429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BCD14FE-C77C-72E9-25C4-30B554624361}"/>
              </a:ext>
            </a:extLst>
          </p:cNvPr>
          <p:cNvSpPr/>
          <p:nvPr/>
        </p:nvSpPr>
        <p:spPr>
          <a:xfrm>
            <a:off x="6254749" y="462280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415BA52-C4AE-FF84-27E6-0E859277CBAD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E54F064-0A36-3731-F8A1-E6E11E393F57}"/>
              </a:ext>
            </a:extLst>
          </p:cNvPr>
          <p:cNvSpPr/>
          <p:nvPr/>
        </p:nvSpPr>
        <p:spPr>
          <a:xfrm>
            <a:off x="6252089" y="5082626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B219E880-B148-25E5-4718-370F36A46C08}"/>
              </a:ext>
            </a:extLst>
          </p:cNvPr>
          <p:cNvSpPr/>
          <p:nvPr/>
        </p:nvSpPr>
        <p:spPr>
          <a:xfrm>
            <a:off x="192088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7FDF5450-0C8B-0FDC-230C-8D9171F6015E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dirty="0">
                <a:solidFill>
                  <a:schemeClr val="tx1"/>
                </a:solidFill>
              </a:rPr>
              <a:t>. Erstellt am 03.11., bearbeitet am 03.11.,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Sarah</a:t>
            </a:r>
          </a:p>
        </p:txBody>
      </p:sp>
    </p:spTree>
    <p:extLst>
      <p:ext uri="{BB962C8B-B14F-4D97-AF65-F5344CB8AC3E}">
        <p14:creationId xmlns:p14="http://schemas.microsoft.com/office/powerpoint/2010/main" val="3203286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1678F-925E-6F59-BDC3-19417E11F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FD23BAD-C470-632B-76FC-1E88700F3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1. 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BC920DE-16E5-9F90-B49D-03FFD84704A5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FR-03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DF265D8-EB18-72A8-A0DF-8112748F3C39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225294A-3484-8F56-415F-5B99A2FD559E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BE53C29-56C7-73D0-B055-B9284C92FA3E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DD8C331-79BA-3E78-D8C7-67C4EB92B233}"/>
              </a:ext>
            </a:extLst>
          </p:cNvPr>
          <p:cNvSpPr/>
          <p:nvPr/>
        </p:nvSpPr>
        <p:spPr>
          <a:xfrm>
            <a:off x="1899251" y="1339175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Nutzer:innen</a:t>
            </a:r>
            <a:r>
              <a:rPr lang="de-DE" sz="1100" dirty="0">
                <a:solidFill>
                  <a:schemeClr val="tx1"/>
                </a:solidFill>
              </a:rPr>
              <a:t> mit Erweiterungs- oder Adminrechten können bestehende Eingabemasken um neue Felder ergänzen. Dabei wählen sie Feldname und Eingabetyp (Text, Zahl, Datum, Dropdown, Checkbox). Das Feld steht anschließend allen </a:t>
            </a:r>
            <a:r>
              <a:rPr lang="de-DE" sz="1100" dirty="0" err="1">
                <a:solidFill>
                  <a:schemeClr val="tx1"/>
                </a:solidFill>
              </a:rPr>
              <a:t>Nutzer:innen</a:t>
            </a:r>
            <a:r>
              <a:rPr lang="de-DE" sz="1100" dirty="0">
                <a:solidFill>
                  <a:schemeClr val="tx1"/>
                </a:solidFill>
              </a:rPr>
              <a:t> zur Verfügung.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490574A-3877-5B66-FAB4-C0C76449B97E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F587339B-AEF2-3778-DA42-693434C07D34}"/>
              </a:ext>
            </a:extLst>
          </p:cNvPr>
          <p:cNvSpPr/>
          <p:nvPr/>
        </p:nvSpPr>
        <p:spPr>
          <a:xfrm>
            <a:off x="1899253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Gesetzliche oder organisatorische Änderungen können neue Datenerfassungen erforderlich machen. Um eine aufwendige Softwareanpassung zu vermeiden, sollen berechtigte </a:t>
            </a:r>
            <a:r>
              <a:rPr lang="de-DE" sz="1100" dirty="0" err="1">
                <a:solidFill>
                  <a:schemeClr val="tx1"/>
                </a:solidFill>
              </a:rPr>
              <a:t>Nutzer:innen</a:t>
            </a:r>
            <a:r>
              <a:rPr lang="de-DE" sz="1100" dirty="0">
                <a:solidFill>
                  <a:schemeClr val="tx1"/>
                </a:solidFill>
              </a:rPr>
              <a:t> die Formulare eigenständig erweitern können.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71948B7-3736-2698-4EF9-38310A3A4C74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0816CBA-2080-AE0C-A47C-303F984BB394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1BEC116-5EFF-AC1D-F906-52218FD745B6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1BCD44E-A236-23E0-B89F-563E099E567E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Eine </a:t>
            </a:r>
            <a:r>
              <a:rPr lang="de-DE" sz="1100" dirty="0" err="1">
                <a:solidFill>
                  <a:schemeClr val="tx1"/>
                </a:solidFill>
              </a:rPr>
              <a:t>berechtigte:r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Nutzer:in</a:t>
            </a:r>
            <a:r>
              <a:rPr lang="de-DE" sz="1100" dirty="0">
                <a:solidFill>
                  <a:schemeClr val="tx1"/>
                </a:solidFill>
              </a:rPr>
              <a:t> kann ein neues Feld anlegen, speichern und dieses erscheint in allen relevanten Formularen und ist sofort nutzbar.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1216973-DA05-B7B8-7A8A-311E351BA92B}"/>
              </a:ext>
            </a:extLst>
          </p:cNvPr>
          <p:cNvSpPr/>
          <p:nvPr/>
        </p:nvSpPr>
        <p:spPr>
          <a:xfrm>
            <a:off x="192088" y="4638429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A022286-360F-59E7-875B-09CFF81692CA}"/>
              </a:ext>
            </a:extLst>
          </p:cNvPr>
          <p:cNvSpPr/>
          <p:nvPr/>
        </p:nvSpPr>
        <p:spPr>
          <a:xfrm>
            <a:off x="6254749" y="462280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5FD54C3-7B56-8606-B39C-69E5FE52882E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C8D4983-DA4E-67E5-5D6F-32A8FCBA8F1A}"/>
              </a:ext>
            </a:extLst>
          </p:cNvPr>
          <p:cNvSpPr/>
          <p:nvPr/>
        </p:nvSpPr>
        <p:spPr>
          <a:xfrm>
            <a:off x="6252089" y="5082626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127E3B46-05AB-4518-84EE-972DEEBFCEDC}"/>
              </a:ext>
            </a:extLst>
          </p:cNvPr>
          <p:cNvSpPr/>
          <p:nvPr/>
        </p:nvSpPr>
        <p:spPr>
          <a:xfrm>
            <a:off x="192088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E53C2A1-F52D-D25F-C294-A89515658DFE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dirty="0">
                <a:solidFill>
                  <a:schemeClr val="tx1"/>
                </a:solidFill>
              </a:rPr>
              <a:t>. Erstellt am 03.11., bearbeitet am 03.11.,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Anton</a:t>
            </a:r>
          </a:p>
        </p:txBody>
      </p:sp>
    </p:spTree>
    <p:extLst>
      <p:ext uri="{BB962C8B-B14F-4D97-AF65-F5344CB8AC3E}">
        <p14:creationId xmlns:p14="http://schemas.microsoft.com/office/powerpoint/2010/main" val="237115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2C32C-6F8C-9A5F-919D-1F3899CE2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3A64C4F-7A42-518E-D003-CD6D1C38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1. 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E0F501C-7EDD-EEF4-10C7-01AE4DDAD3A3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FR-04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027A50E-2504-AF72-B16F-FCF53584F119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8D65D79-DB3F-9818-E6A8-982780F38FB5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F65658E-2669-9D66-7D0E-A8B865C3435D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29F4E60-0869-352B-3917-F4F772838C32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Das System soll gespeicherte Daten nach frei wählbaren Filtern (z. B. Zeitraum, Geschlecht, Beratungsart) auswerten und als Statistik ausgeben können. Die Ergebnisse können als PDF-, XLSX- oder CSV-Dateien exportiert werden. </a:t>
            </a:r>
            <a:r>
              <a:rPr lang="de-DE" sz="1100" dirty="0" err="1">
                <a:solidFill>
                  <a:schemeClr val="tx1"/>
                </a:solidFill>
              </a:rPr>
              <a:t>Nutzer:innen</a:t>
            </a:r>
            <a:r>
              <a:rPr lang="de-DE" sz="1100" dirty="0">
                <a:solidFill>
                  <a:schemeClr val="tx1"/>
                </a:solidFill>
              </a:rPr>
              <a:t> können eigene Filter speichern („Presets“) und wiederverwenden.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1C49140B-90E8-CD57-F810-3420661164B3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25F9097-AEE0-B324-9BEE-3F8E06DF50DE}"/>
              </a:ext>
            </a:extLst>
          </p:cNvPr>
          <p:cNvSpPr/>
          <p:nvPr/>
        </p:nvSpPr>
        <p:spPr>
          <a:xfrm>
            <a:off x="1899253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Eines der grundlegenden Ziele der Software ist es, die Erstellung von Statistiken zu vereinfachen, die von den jeweiligen Beratungsstellen gebraucht werden.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D361AF4-BA5C-9964-D0EC-7BE5407A5017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49F0444-9F90-80CD-16E8-AF251010BEDC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D624CD5-CE03-4BFD-FFA8-BEE36136E572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0CE36B2-422A-5142-2384-A14E86CE427D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Es ist möglich korrekte Statistiken zu exportieren. Filter lassen sich erstellen und sind speicherbar.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A11AB4B-1235-FB0D-DA58-107CC2A61348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C8019AA-6C21-F77F-ADB4-CFEA43654DF3}"/>
              </a:ext>
            </a:extLst>
          </p:cNvPr>
          <p:cNvSpPr/>
          <p:nvPr/>
        </p:nvSpPr>
        <p:spPr>
          <a:xfrm>
            <a:off x="6252089" y="4623732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C4B31DF-787C-0B08-752B-276F57E64B35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AE0F170-EC26-6626-1713-0DCF8ABB5F42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B6AF39D2-A358-D179-08A4-D67BEBE4EBB0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7CFCD9B-60C5-9C9D-4692-90A045EC6DDB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dirty="0">
                <a:solidFill>
                  <a:schemeClr val="tx1"/>
                </a:solidFill>
              </a:rPr>
              <a:t>. Erstellt am 03.11., bearbeitet am 03.11.,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Pia</a:t>
            </a:r>
          </a:p>
        </p:txBody>
      </p:sp>
    </p:spTree>
    <p:extLst>
      <p:ext uri="{BB962C8B-B14F-4D97-AF65-F5344CB8AC3E}">
        <p14:creationId xmlns:p14="http://schemas.microsoft.com/office/powerpoint/2010/main" val="44741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AD0B1-79A8-A668-4C00-0CC70AFE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A9BFC86-79F6-DFF5-6785-C755DC14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1. 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0D2E232-CB6C-EB36-00FC-2C59E4287116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FR-05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392B3C0-93E5-D3E5-4DD7-1EE24FD056FE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044F02D-8B0E-E28A-BE9C-98CB260186AF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103F734-083F-8BB5-BBFA-E62D985313C6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87D399A-267F-7D26-7370-A34AF3D7C8F0}"/>
              </a:ext>
            </a:extLst>
          </p:cNvPr>
          <p:cNvSpPr/>
          <p:nvPr/>
        </p:nvSpPr>
        <p:spPr>
          <a:xfrm>
            <a:off x="1899251" y="1339175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Das System benötigt passwortgeschützte Konten mit abgestuften Rechten: 1. Basiskonto: Datensätze erfassen/bearbeiten, Statistiken abrufen, selbsterstellte Presets speichern/löschen. 2. Erweiterungskonto: Zusätzlich neue Formularfelder und geteilte Presets verwalten. 3. Administrationskonto: Zusätzlich Benutzerkonten verwalten (anlegen, Rechte zuweisen/entziehen, löschen). Es muss immer mindestens ein Konto mit Administrationsrechten existieren (empfohlen zwei).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FEA7D32-232C-7EF6-8823-CEC37EA2755A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C8E6657-B02C-C3AF-5941-D72454B89C63}"/>
              </a:ext>
            </a:extLst>
          </p:cNvPr>
          <p:cNvSpPr/>
          <p:nvPr/>
        </p:nvSpPr>
        <p:spPr>
          <a:xfrm>
            <a:off x="1899253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Sicherheit der Daten und Vermeidung von Überforderung durch unnötig viele Optionen. </a:t>
            </a:r>
            <a:r>
              <a:rPr lang="de-DE" sz="1100" dirty="0" err="1">
                <a:solidFill>
                  <a:schemeClr val="tx1"/>
                </a:solidFill>
              </a:rPr>
              <a:t>Principle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of</a:t>
            </a:r>
            <a:r>
              <a:rPr lang="de-DE" sz="1100" dirty="0">
                <a:solidFill>
                  <a:schemeClr val="tx1"/>
                </a:solidFill>
              </a:rPr>
              <a:t> least </a:t>
            </a:r>
            <a:r>
              <a:rPr lang="de-DE" sz="1100" dirty="0" err="1">
                <a:solidFill>
                  <a:schemeClr val="tx1"/>
                </a:solidFill>
              </a:rPr>
              <a:t>required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privilege</a:t>
            </a:r>
            <a:r>
              <a:rPr lang="de-DE" sz="11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7AA56E4-CC98-6F1D-2233-476F5A4CFF75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C3296CC-971A-012B-C25E-231CEE9A5F9A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AA6825E-998A-2AE4-3E48-5655BC8078C9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7CA1A8E-09F1-4226-4710-11CF3832D6C9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Die Konten sind passwortgeschützt und mit den entsprechenden Berechtigungen ausgestattet. Es gibt mindestens ein Administrationskonto.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32A14EF4-008F-3472-C056-88A00DD6E087}"/>
              </a:ext>
            </a:extLst>
          </p:cNvPr>
          <p:cNvSpPr/>
          <p:nvPr/>
        </p:nvSpPr>
        <p:spPr>
          <a:xfrm>
            <a:off x="192088" y="4638429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3CBD1C5-1456-ED75-3D7D-228934ADEDD4}"/>
              </a:ext>
            </a:extLst>
          </p:cNvPr>
          <p:cNvSpPr/>
          <p:nvPr/>
        </p:nvSpPr>
        <p:spPr>
          <a:xfrm>
            <a:off x="6254749" y="462280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01A86CC-352C-6D94-5402-1A76E3290A57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4664A4A-4D7A-0E1C-ACA0-0EF336E9A19A}"/>
              </a:ext>
            </a:extLst>
          </p:cNvPr>
          <p:cNvSpPr/>
          <p:nvPr/>
        </p:nvSpPr>
        <p:spPr>
          <a:xfrm>
            <a:off x="6252089" y="5082626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18D226D3-976D-E0E2-468E-238356809DF0}"/>
              </a:ext>
            </a:extLst>
          </p:cNvPr>
          <p:cNvSpPr/>
          <p:nvPr/>
        </p:nvSpPr>
        <p:spPr>
          <a:xfrm>
            <a:off x="192088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20C31EDE-D7F4-18D1-89EF-01C108DD8A3E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dirty="0">
                <a:solidFill>
                  <a:schemeClr val="tx1"/>
                </a:solidFill>
              </a:rPr>
              <a:t>. Erstellt am 03.11., bearbeitet am 03.10.,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Anton</a:t>
            </a:r>
          </a:p>
        </p:txBody>
      </p:sp>
    </p:spTree>
    <p:extLst>
      <p:ext uri="{BB962C8B-B14F-4D97-AF65-F5344CB8AC3E}">
        <p14:creationId xmlns:p14="http://schemas.microsoft.com/office/powerpoint/2010/main" val="2907067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3DA22-8E29-D473-5BFD-DC8129A8B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74B0679-DA45-6340-6568-1CD8C82AC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ECC0E68-45EB-21F5-A7AE-5C1C41FDFFD8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NFR-01-0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CAE7C0F-7075-90A6-11E1-6D421938280D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FD8E8AB-0C43-FF26-DC0D-A67DF2D36E21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94E98B6-BC6D-196E-D6C4-242C88EFE3BB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8564B6F-0CB7-98D9-DA3A-3D5B78C567B6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Einheitliche, sinnvolle Benutzerführung mit klaren Navigationswegen.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D72B29D-AA35-A1FE-30FF-DEE09E720548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A1383F7-F14C-CD63-C343-05E5255D752A}"/>
              </a:ext>
            </a:extLst>
          </p:cNvPr>
          <p:cNvSpPr/>
          <p:nvPr/>
        </p:nvSpPr>
        <p:spPr>
          <a:xfrm>
            <a:off x="1899253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Die Bedienung soll intuitiv sein. Benutzerführung kann die Bedienung sehr stark erleichtern.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88A22D6-310F-B891-8425-B54066AD3A21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139A8E5-D128-A8DC-3079-B332AB968F73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F298C5CB-7EDE-5BA3-F689-F965B50C62FC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5FDBB5A-349D-05EB-9715-61CE3E24A518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Es gibt ein einheitliches Design, das über das gesamte System weg erkennbar ist. Ein Anfänger sollte durch einfaches draufschauen grob erkennen wie das System funktioniert.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8D72BA1-BCA1-94E5-B525-2E30D083AA9F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3C2FFEF-D98F-A39F-6C1C-71C5460177C2}"/>
              </a:ext>
            </a:extLst>
          </p:cNvPr>
          <p:cNvSpPr/>
          <p:nvPr/>
        </p:nvSpPr>
        <p:spPr>
          <a:xfrm>
            <a:off x="6252089" y="4623732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4A6A1420-9076-2FA9-2B39-7B1AA96C6D56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53CEC56-3422-7DC7-C149-A0781C7DAC9D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FCD5680-8C47-912A-7B68-89BFE3834D38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8EBD4715-51FA-892F-7B93-B159AA099FBB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dirty="0">
                <a:solidFill>
                  <a:schemeClr val="tx1"/>
                </a:solidFill>
              </a:rPr>
              <a:t>. Erstellt am 03.11.2025, bearbeitet am 03.11.2025,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: </a:t>
            </a:r>
            <a:r>
              <a:rPr lang="de-DE" sz="1100" dirty="0" err="1">
                <a:solidFill>
                  <a:schemeClr val="tx1"/>
                </a:solidFill>
              </a:rPr>
              <a:t>Dabion</a:t>
            </a:r>
            <a:endParaRPr lang="de-DE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099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898AC-8744-01A5-F9B5-492E37D9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974DDBC-067C-A92E-13F4-7CA409B0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AF70981-5CAC-E271-8DC7-96B196E93A57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NFR-01-1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B42E142-D747-0457-E4BF-99B7D880F027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D08E6DF-09E5-03A5-56C4-DC60A141FB74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C488969-1077-18BE-77D9-86538EFC7F8A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DDFA3DA-B820-84DF-8DE4-2F6D01C5A137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Das System soll verständliche und klare Fehlermeldungen bei Eingabefehlern anzeigen. </a:t>
            </a:r>
            <a:r>
              <a:rPr lang="de-DE" sz="1100" dirty="0" err="1">
                <a:solidFill>
                  <a:schemeClr val="tx1"/>
                </a:solidFill>
              </a:rPr>
              <a:t>Nutzer:innen</a:t>
            </a:r>
            <a:r>
              <a:rPr lang="de-DE" sz="1100" dirty="0">
                <a:solidFill>
                  <a:schemeClr val="tx1"/>
                </a:solidFill>
              </a:rPr>
              <a:t> werden gezielt darauf hingewiesen, welche Informationen fehlen oder korrigiert werden müssen, um die Eingabe erfolgreich abschließen zu können.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3E28B6E-455C-9D6B-2205-7487002A4D8B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70F3608-2AF5-3959-CD45-7262D3D1A5ED}"/>
              </a:ext>
            </a:extLst>
          </p:cNvPr>
          <p:cNvSpPr/>
          <p:nvPr/>
        </p:nvSpPr>
        <p:spPr>
          <a:xfrm>
            <a:off x="1899253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Reduziert Fehler bei der Dateneingabe und unterstützt alle Mitarbeiter*innen bei der fehlerfreien Nutzung des Systems.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219B566-EAD8-FE4B-CFA6-2E5675BFE15D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76028AC-ECD5-A566-E9B8-8E190CBDF649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4A94108-7B3A-1120-D0A2-27F7D3B97350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3B4545CB-FC96-3D3F-D30C-570E0079D739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Jede Eingabeprüfung gibt klare Meldungen aus, die fehlende oder fehlerhafte Eingaben genau beschreiben und Lösungsmöglichkeiten anbieten</a:t>
            </a:r>
            <a:endParaRPr lang="en-US" sz="1600" u="sng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DD521F0-AAFC-922D-9C59-37A8C514C704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03B31D1-01BC-1E23-DD3B-24D3D1C8A91C}"/>
              </a:ext>
            </a:extLst>
          </p:cNvPr>
          <p:cNvSpPr/>
          <p:nvPr/>
        </p:nvSpPr>
        <p:spPr>
          <a:xfrm>
            <a:off x="6252089" y="4623732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654B1EF-05EA-DE2A-6642-258028ADDBE9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Mittel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DAEAA2BF-52A2-215B-7180-B7E9CF40B3BC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B0362ACA-9C36-7F4A-F9E0-947C3937695E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A856B4A-CB01-2AD5-7D23-1D08945BDAE7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dirty="0">
                <a:solidFill>
                  <a:schemeClr val="tx1"/>
                </a:solidFill>
              </a:rPr>
              <a:t>. Erstellt am 03.11., bearbeitet am 03.11.,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Anton</a:t>
            </a:r>
          </a:p>
        </p:txBody>
      </p:sp>
    </p:spTree>
    <p:extLst>
      <p:ext uri="{BB962C8B-B14F-4D97-AF65-F5344CB8AC3E}">
        <p14:creationId xmlns:p14="http://schemas.microsoft.com/office/powerpoint/2010/main" val="38999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4FD27-A215-008C-7AD8-03DD3D1BA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9122EE5-282F-E1D9-3F5D-3C4B9EC7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0DCCA65-7BEC-1A3D-654B-5850A014F22F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NFR-01-2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50992CE-1655-3B84-D543-ADEF5912EBB4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3F35E35-F7F0-530D-940A-42498E4298D8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8ADBBE5-0410-18AA-33C1-F6BED7BC0D64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5D8FA8B-110E-4A44-2D44-0793711969EC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Die Farben der </a:t>
            </a:r>
            <a:r>
              <a:rPr lang="de-DE" sz="1100" dirty="0" err="1">
                <a:solidFill>
                  <a:schemeClr val="tx1"/>
                </a:solidFill>
              </a:rPr>
              <a:t>Nutzer:innenoberfläche</a:t>
            </a:r>
            <a:r>
              <a:rPr lang="de-DE" sz="1100" dirty="0">
                <a:solidFill>
                  <a:schemeClr val="tx1"/>
                </a:solidFill>
              </a:rPr>
              <a:t> soll sich an den Farben der Webseite und des Vereins orientieren (blau und gelb)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FC32241-44DD-0B7F-D5B6-062F81F049AF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57365CA8-8580-0090-D75D-61E177285545}"/>
              </a:ext>
            </a:extLst>
          </p:cNvPr>
          <p:cNvSpPr/>
          <p:nvPr/>
        </p:nvSpPr>
        <p:spPr>
          <a:xfrm>
            <a:off x="1899253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Die Oberfläche wirkt vertrauter und passt sich an das Schema des Vereins an.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83D41CF-5D72-9DD7-DA04-5494B5B3AFDC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170FE27-8A43-D3B0-A846-B5D67695C4F0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16873B6-29D4-60E8-FCCB-D0896EC25785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D44CF46E-DB22-5736-72FA-DD5DDC211C7B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Die Oberfläche beinhaltet die Farben blau und gelb</a:t>
            </a:r>
            <a:r>
              <a:rPr lang="de-DE" sz="1100" dirty="0"/>
              <a:t>.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985ACFC-EDE8-0CEE-1C5F-0914FC3D8BE9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C45365F-F21C-0251-799A-D1D71CBBCD0A}"/>
              </a:ext>
            </a:extLst>
          </p:cNvPr>
          <p:cNvSpPr/>
          <p:nvPr/>
        </p:nvSpPr>
        <p:spPr>
          <a:xfrm>
            <a:off x="6252089" y="4623732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C645BF0-28AF-7B0D-4A74-0090F27526E3}"/>
              </a:ext>
            </a:extLst>
          </p:cNvPr>
          <p:cNvSpPr/>
          <p:nvPr/>
        </p:nvSpPr>
        <p:spPr>
          <a:xfrm>
            <a:off x="192086" y="508737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Niedrig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A212CA5-B5AF-09F7-2B9A-58575F75A479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b="1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676266D-0855-E578-1E6C-32EEB0CC2589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Website</a:t>
            </a:r>
            <a:r>
              <a:rPr lang="de-DE" sz="1100" dirty="0"/>
              <a:t>: </a:t>
            </a:r>
            <a:r>
              <a:rPr lang="de-DE" sz="1100" u="sng" dirty="0">
                <a:hlinkClick r:id="rId3"/>
              </a:rPr>
              <a:t>https://bellis-leipzig.de/</a:t>
            </a:r>
            <a:endParaRPr lang="de-DE" sz="1100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E8DACB1C-E5B6-7F45-B38E-61D650D17568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dirty="0">
                <a:solidFill>
                  <a:schemeClr val="tx1"/>
                </a:solidFill>
              </a:rPr>
              <a:t>. Erstellt am 03.11., bearbeitet am 03.11.,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Miriam</a:t>
            </a:r>
          </a:p>
        </p:txBody>
      </p:sp>
    </p:spTree>
    <p:extLst>
      <p:ext uri="{BB962C8B-B14F-4D97-AF65-F5344CB8AC3E}">
        <p14:creationId xmlns:p14="http://schemas.microsoft.com/office/powerpoint/2010/main" val="1689348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790B-423C-213A-D6B2-E17334225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C4C3C89-92BC-FAB8-2F01-0B53CAEE9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7A8D7BD-856C-9E55-F90A-300079BF9DF0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NFR-02-0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FA82BB7-F5F9-188B-D5D4-F9405AC35570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C3AC746-A194-110D-D5CF-630D76BC39BF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C84F163-A7D7-6148-DA00-D612FF964456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FCA3E6-D8B9-6CFF-7500-C08D26B0A85A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Das System soll intuitiv bedienbar sein. Buttons sind klar zu erkennen und befinden sich an sinnvollen Positionen. Die </a:t>
            </a:r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sind nicht überfordert durch das User-Interface.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DA5DFBB-DEB1-63FA-2140-608EAF925B9A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C1D2582-E42D-0E93-AF3D-E9A528B8E089}"/>
              </a:ext>
            </a:extLst>
          </p:cNvPr>
          <p:cNvSpPr/>
          <p:nvPr/>
        </p:nvSpPr>
        <p:spPr>
          <a:xfrm>
            <a:off x="1899253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Eine intuitive Bedienung ermöglicht einen leichten Übergang auf ein neues System. Die Arbeit und mentale Last der </a:t>
            </a:r>
            <a:r>
              <a:rPr lang="de-DE" sz="1100" dirty="0" err="1">
                <a:solidFill>
                  <a:schemeClr val="tx1"/>
                </a:solidFill>
              </a:rPr>
              <a:t>Nutzer:innen</a:t>
            </a:r>
            <a:r>
              <a:rPr lang="de-DE" sz="1100" dirty="0">
                <a:solidFill>
                  <a:schemeClr val="tx1"/>
                </a:solidFill>
              </a:rPr>
              <a:t> wird erleichtert.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DC527BC-17AF-FB8F-B8EC-F6C3C5880C24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785C724-CE03-8D60-21ED-2A62850960DC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6B72AED-AA36-2385-AD23-49E144C4F8BD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5DF189E-491B-ECDF-12B4-80E5375FC838}"/>
              </a:ext>
            </a:extLst>
          </p:cNvPr>
          <p:cNvSpPr/>
          <p:nvPr/>
        </p:nvSpPr>
        <p:spPr>
          <a:xfrm>
            <a:off x="1899251" y="3699154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System ist für </a:t>
            </a:r>
            <a:r>
              <a:rPr lang="de-DE" sz="1100" dirty="0" err="1">
                <a:solidFill>
                  <a:schemeClr val="tx1"/>
                </a:solidFill>
              </a:rPr>
              <a:t>Nutzer:innen</a:t>
            </a:r>
            <a:r>
              <a:rPr lang="de-DE" sz="1100" dirty="0">
                <a:solidFill>
                  <a:schemeClr val="tx1"/>
                </a:solidFill>
              </a:rPr>
              <a:t> ohne technische Vorkenntnisse nach 2 Übungsstunden erlernbar.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964FB23F-61C3-CE6D-B0FD-E50DE24E8CA4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FA40F0-6584-FA36-6D2C-65EE17F10F1A}"/>
              </a:ext>
            </a:extLst>
          </p:cNvPr>
          <p:cNvSpPr/>
          <p:nvPr/>
        </p:nvSpPr>
        <p:spPr>
          <a:xfrm>
            <a:off x="6252089" y="4623732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CDB6A24C-8822-B41A-5A12-6660776A4CC1}"/>
              </a:ext>
            </a:extLst>
          </p:cNvPr>
          <p:cNvSpPr/>
          <p:nvPr/>
        </p:nvSpPr>
        <p:spPr>
          <a:xfrm>
            <a:off x="192086" y="508737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53063386-7206-01DD-0338-1D739AA1C0B3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b="1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1B4D376-FA98-ECFC-7237-019866009C7F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  <a:endParaRPr lang="de-DE" sz="1100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BCADBCB-48F5-E442-0B5C-C98296FB5862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dirty="0">
                <a:solidFill>
                  <a:schemeClr val="tx1"/>
                </a:solidFill>
              </a:rPr>
              <a:t>. Erstellt am 03.11.2025, bearbeitet am 03.11.2025,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: </a:t>
            </a:r>
            <a:r>
              <a:rPr lang="de-DE" sz="1100" dirty="0" err="1">
                <a:solidFill>
                  <a:schemeClr val="tx1"/>
                </a:solidFill>
              </a:rPr>
              <a:t>Dabion</a:t>
            </a:r>
            <a:endParaRPr lang="de-DE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456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7E34A-B5B0-55D4-2362-5D24C21E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2949D65-6466-D974-E3BF-7E98DCCAD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BC5CB5F-A867-4810-0445-585F44153578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NFR-02-1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FBBC020-9DA9-1428-4AFA-9F99592DE38F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527D322-B8D6-5BFE-CD00-422E48306F96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519C8CD-9C92-310D-4F33-91EE96932826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08740B2-EDDF-DD3F-1899-B1828EDD87F5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Das System soll eine barrierearme </a:t>
            </a:r>
            <a:r>
              <a:rPr lang="de-DE" sz="1100" dirty="0" err="1">
                <a:solidFill>
                  <a:schemeClr val="tx1"/>
                </a:solidFill>
              </a:rPr>
              <a:t>Benutzer:innenoberfläche</a:t>
            </a:r>
            <a:r>
              <a:rPr lang="de-DE" sz="1100" dirty="0">
                <a:solidFill>
                  <a:schemeClr val="tx1"/>
                </a:solidFill>
              </a:rPr>
              <a:t> bereitstellen. Diese soll ohne technische Vorkenntnisse bedienbar sein. </a:t>
            </a:r>
            <a:r>
              <a:rPr lang="de-DE" sz="1100" dirty="0" err="1">
                <a:solidFill>
                  <a:schemeClr val="tx1"/>
                </a:solidFill>
              </a:rPr>
              <a:t>Nutzer:innen</a:t>
            </a:r>
            <a:r>
              <a:rPr lang="de-DE" sz="1100" dirty="0">
                <a:solidFill>
                  <a:schemeClr val="tx1"/>
                </a:solidFill>
              </a:rPr>
              <a:t> sollen Funktionen wie Datenerfassung, Bearbeitung und Statistikausgabe leicht verstehen können.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1D4958E-81A2-7DE9-9600-02DBB7238FCA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07801A1-AD63-3FD2-0A40-40BFACF80F70}"/>
              </a:ext>
            </a:extLst>
          </p:cNvPr>
          <p:cNvSpPr/>
          <p:nvPr/>
        </p:nvSpPr>
        <p:spPr>
          <a:xfrm>
            <a:off x="1899253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Eine einfache Bedienung ist entscheidend, um fehlerfreie Nutzung zu gewährleisten.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314A203-E70F-BCEC-A92D-697DA11E96DE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7F6702E-3B76-CE4D-7D6B-A70B460E6F72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6F8DC02-D6B2-FBB0-4037-51ED11EC298F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14D6F27-4D5C-BFB0-FEEB-2D9E50F8BE67}"/>
              </a:ext>
            </a:extLst>
          </p:cNvPr>
          <p:cNvSpPr/>
          <p:nvPr/>
        </p:nvSpPr>
        <p:spPr>
          <a:xfrm>
            <a:off x="1899251" y="3699154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Neue </a:t>
            </a:r>
            <a:r>
              <a:rPr lang="de-DE" sz="1100" dirty="0" err="1">
                <a:solidFill>
                  <a:schemeClr val="tx1"/>
                </a:solidFill>
              </a:rPr>
              <a:t>Nutzer:innen</a:t>
            </a:r>
            <a:r>
              <a:rPr lang="de-DE" sz="1100" dirty="0">
                <a:solidFill>
                  <a:schemeClr val="tx1"/>
                </a:solidFill>
              </a:rPr>
              <a:t> können innerhalb von wenigen Minuten eine Anfrage vollständig erfassen. Die Oberfläche soll als intuitiv und verständlich wahrgenommen werden. Schriftgröße und Kontrast sind einstellbar.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2268555-B4EB-82E4-C501-FC7E26D80541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8F96DC5-288B-B5F4-7CA5-A2FF3F1AFB08}"/>
              </a:ext>
            </a:extLst>
          </p:cNvPr>
          <p:cNvSpPr/>
          <p:nvPr/>
        </p:nvSpPr>
        <p:spPr>
          <a:xfrm>
            <a:off x="6252089" y="4623732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C14892E4-F2AC-E2BE-037E-E7A59D111A12}"/>
              </a:ext>
            </a:extLst>
          </p:cNvPr>
          <p:cNvSpPr/>
          <p:nvPr/>
        </p:nvSpPr>
        <p:spPr>
          <a:xfrm>
            <a:off x="192086" y="508737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4B25E19-8C92-70BC-E112-EAFA462DC3C1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b="1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BCD08BDF-66A4-1F3C-BBFD-86633FA2F912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  <a:endParaRPr lang="de-DE" sz="1100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332C6E41-C6C9-B934-5BDD-E0AF9A3EFBBE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dirty="0">
                <a:solidFill>
                  <a:schemeClr val="tx1"/>
                </a:solidFill>
              </a:rPr>
              <a:t>. Erstellt am 03.11., bearbeitet am 03.11.,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Pia</a:t>
            </a:r>
          </a:p>
        </p:txBody>
      </p:sp>
    </p:spTree>
    <p:extLst>
      <p:ext uri="{BB962C8B-B14F-4D97-AF65-F5344CB8AC3E}">
        <p14:creationId xmlns:p14="http://schemas.microsoft.com/office/powerpoint/2010/main" val="4094986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45842-1E89-69A0-8DA0-E8886E3C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4746362-5CD6-F882-FAAD-F71E72C47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6B90984-5BE8-BC07-B9FB-51001F211029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NFR-02-2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FCB7C25-D01B-FD6E-A1F0-A1C4D6E8EB16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2CB96C1-2FFC-8FA5-9C4C-CA928116A1B1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36E8906-E12B-1B86-3B8A-DB7380541D98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DB8DC13-53BC-CC62-7334-AF3B4CDDF77F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Hinsichtlich der Usability soll eine Barrierefreiheit gewährleistet sein, wobei besonders visuelle Einschränkungen beachtet werden sollen.​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0FA0C33-A2B3-3F13-7EC6-BEDBF08B7902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1A873113-59B7-AF45-7619-71279D48F124}"/>
              </a:ext>
            </a:extLst>
          </p:cNvPr>
          <p:cNvSpPr/>
          <p:nvPr/>
        </p:nvSpPr>
        <p:spPr>
          <a:xfrm>
            <a:off x="1899251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Alle </a:t>
            </a:r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sollen die Oberfläche nutzen können, auch wenn visuelle Einschränkungen vorhanden sind. ​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533CDF5-43B6-9487-5ABB-637D509F8511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66ADB21-04D2-8A34-2AD6-8F994BB54561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5EFF29E-B082-8DB9-5673-2C3459C95149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50EB4A71-073B-94D9-F0A5-179C75562820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Die Schriftgröße kann angepasst, der Kontrast erhöht und ein Blaufilter eingestellt werden.​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A00E1A4-8080-4339-CB1A-DF3601C4A080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7194A7A-D68A-38B0-F18F-E4DB637C3ACA}"/>
              </a:ext>
            </a:extLst>
          </p:cNvPr>
          <p:cNvSpPr/>
          <p:nvPr/>
        </p:nvSpPr>
        <p:spPr>
          <a:xfrm>
            <a:off x="6254749" y="462280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7BC93A80-A735-CA71-64B0-D2A73BD58571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Mittel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E6F05D32-4812-026A-986A-5FC6ECAF48BE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881BCC51-4938-B383-EAC2-37DC86D97EA7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Eye-Able-Assistent der Website https://bellis-leipzig.de/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3D6B71B8-B534-842A-5876-743E8051C536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b="1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Erstellt am 03.11., bearbeitet am 03.11.,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Miriam</a:t>
            </a:r>
          </a:p>
        </p:txBody>
      </p:sp>
    </p:spTree>
    <p:extLst>
      <p:ext uri="{BB962C8B-B14F-4D97-AF65-F5344CB8AC3E}">
        <p14:creationId xmlns:p14="http://schemas.microsoft.com/office/powerpoint/2010/main" val="1168926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C1D0A-0953-AFD3-9ECA-BBA76F742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B010F39-2D3F-9C2C-CF10-61502345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FA4C3D7-04EA-6767-EB8A-A506F00E91BB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NFR-03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A31909D-E13C-9ECC-36C4-D347A18BECF8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838D76E-2D25-20FD-7C03-58C520F5DB55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51785D0-BCBF-B96D-8B38-CBA154CCCF21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80B7A7F-DD4D-D361-835F-74DE091CCBFA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Das System reagiert mit akzeptabler Verzögerung (z. B. &lt; 1 Sekunde beim Öffnen von Dropdowns, &lt; 3 Sekunden beim Laden von Filterergebnissen)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AB04BC3-0469-895C-C5A3-D967AC1B7C33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62B5E71-3458-CB60-EEFF-6F6F858926E5}"/>
              </a:ext>
            </a:extLst>
          </p:cNvPr>
          <p:cNvSpPr/>
          <p:nvPr/>
        </p:nvSpPr>
        <p:spPr>
          <a:xfrm>
            <a:off x="1899251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Lange Verzögerungen sind schädlich für eine angenehme Benutzung der Software.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5592541-DDC2-3EED-F7BD-49E8F4EC7710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73A5028-C24D-6EDE-AF45-9C465E4A2357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85D33306-DDE3-BA67-5F0E-721153EA3851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FB1F8A4-0AB1-16CC-65EE-3983AA31951A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&lt; 1 Sekunde beim Öffnen von Dropdowns, &lt; 3 Sekunden beim Laden von Filterergebnissen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11E9F63-B4D1-BCEA-F8E0-C675369C7827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C1934B8-97E3-1CD2-5F6F-712FC9AA162D}"/>
              </a:ext>
            </a:extLst>
          </p:cNvPr>
          <p:cNvSpPr/>
          <p:nvPr/>
        </p:nvSpPr>
        <p:spPr>
          <a:xfrm>
            <a:off x="6254749" y="462280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D14E9FE9-B08E-96F6-279C-76D69A1CABDD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D165C7A-31DE-281E-6F00-189B46109C9C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FC2447E0-0F11-9270-3E35-240DB9FE5DFC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C777056-9D52-744D-658E-E6A97864B99E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b="1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Erstellt am 03.11., bearbeitet am 03.11.,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Pia</a:t>
            </a:r>
          </a:p>
        </p:txBody>
      </p:sp>
    </p:spTree>
    <p:extLst>
      <p:ext uri="{BB962C8B-B14F-4D97-AF65-F5344CB8AC3E}">
        <p14:creationId xmlns:p14="http://schemas.microsoft.com/office/powerpoint/2010/main" val="2362767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03DFF-4088-BF9A-925C-10B20423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5BBA4CC-6681-11F5-1898-77CD6AC6D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F097B7C-F101-0828-9293-1A70CD30287A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NFR-04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529C61C-1C76-EB9C-73E6-CE151718FD3B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6CE4454-A2F7-01F7-0CF4-DEF453D4447F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F857FC9-7C0B-FDE0-25DE-F4D030D75C4B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31EBA3C-0B0D-568B-EDEF-52E9EC2E9518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tx1"/>
                </a:solidFill>
              </a:rPr>
              <a:t>Das System benötigt eine saubere und dokumentierte Codestruktur (Kommentare, modulare Architektur, Namenskonventionen), die externe Wartung ermöglicht.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tx1"/>
                </a:solidFill>
              </a:rPr>
              <a:t>Die Änderungen am System sind ohne tiefgreifende Eingriffe möglich (modularer Aufbau).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tx1"/>
                </a:solidFill>
              </a:rPr>
              <a:t>Einheitliche Namenskonventionen, Kommentare und nachvollziehbare Verzeichnisstrukturen sind gegeben.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874CB0B-BC3D-5D0D-6D38-7F1F887140FF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0F3974D0-4FE2-1B6D-A839-78A50BC0DD0A}"/>
              </a:ext>
            </a:extLst>
          </p:cNvPr>
          <p:cNvSpPr/>
          <p:nvPr/>
        </p:nvSpPr>
        <p:spPr>
          <a:xfrm>
            <a:off x="1899251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tx1"/>
                </a:solidFill>
              </a:rPr>
              <a:t>Eine gute Wartbarkeit reduziert langfristig den Aufwand für Pflege, Anpassung und Fehlerbehebung.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tx1"/>
                </a:solidFill>
              </a:rPr>
              <a:t>Da die Verantwortung für den Betrieb und die Weiterentwicklung an Dritte übergeben wird, muss der Code ohne persönliche Vorkenntnisse wartbar sein.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B0225DB-D96F-EDDF-1152-EB09F4CD3408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3EDA54F-D835-E504-0953-568704336F0F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07658D1-76CB-637F-C922-E60B53DB7CF1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1F3B40D-F0B0-6F8F-5703-B76FA437A28F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tx1"/>
                </a:solidFill>
              </a:rPr>
              <a:t>Code ist modular aufgebaut (Funktionalitäten sind klar getrennt).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tx1"/>
                </a:solidFill>
              </a:rPr>
              <a:t>Mindestens 80 % der Hauptfunktionen und Module sind kommentiert.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tx1"/>
                </a:solidFill>
              </a:rPr>
              <a:t>Jede Datei und Komponente folgt einer einheitlichen Benennungs- und Ordnerstruktur.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tx1"/>
                </a:solidFill>
              </a:rPr>
              <a:t>Änderungen an einer Komponente erfordern keine Anpassungen in mehr als zwei weiteren Modulen.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7B55E8A-C144-8ECC-D660-E935E2BA5A93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422569BD-B938-7D2C-FAE9-A34CAF6CF1C8}"/>
              </a:ext>
            </a:extLst>
          </p:cNvPr>
          <p:cNvSpPr/>
          <p:nvPr/>
        </p:nvSpPr>
        <p:spPr>
          <a:xfrm>
            <a:off x="6254749" y="462280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AFA2BEFC-F5CE-D30D-5992-8CD4396BD10C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95BE4AE-0520-DE14-4493-87ED05C0B67B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01872E2E-9681-BCE0-08CE-C611ED398729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 err="1">
                <a:solidFill>
                  <a:schemeClr val="tx1"/>
                </a:solidFill>
              </a:rPr>
              <a:t>Projektbeschr</a:t>
            </a:r>
            <a:r>
              <a:rPr lang="de-DE" sz="1100" dirty="0">
                <a:solidFill>
                  <a:schemeClr val="tx1"/>
                </a:solidFill>
              </a:rPr>
              <a:t>., </a:t>
            </a:r>
            <a:r>
              <a:rPr lang="de-DE" sz="1100" dirty="0" err="1">
                <a:solidFill>
                  <a:schemeClr val="tx1"/>
                </a:solidFill>
              </a:rPr>
              <a:t>Volere</a:t>
            </a:r>
            <a:r>
              <a:rPr lang="de-DE" sz="1100" dirty="0">
                <a:solidFill>
                  <a:schemeClr val="tx1"/>
                </a:solidFill>
              </a:rPr>
              <a:t> Template </a:t>
            </a:r>
            <a:r>
              <a:rPr lang="de-DE" sz="1100" i="1" dirty="0">
                <a:solidFill>
                  <a:schemeClr val="tx1"/>
                </a:solidFill>
              </a:rPr>
              <a:t>"Wartbarkeit und Support"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5B12ADA0-6A08-DD09-11D8-EC06DD07000F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b="1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Erstellt am 03.11., bearbeitet am 03.11.,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Anton</a:t>
            </a:r>
          </a:p>
        </p:txBody>
      </p:sp>
    </p:spTree>
    <p:extLst>
      <p:ext uri="{BB962C8B-B14F-4D97-AF65-F5344CB8AC3E}">
        <p14:creationId xmlns:p14="http://schemas.microsoft.com/office/powerpoint/2010/main" val="2597306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BAEB-9A6C-BC24-AB95-48416161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AEEF471-1D3E-0E5A-BCA3-5197796F4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C58A9FA-7A71-ED8C-DCE8-3DF2DC34C88C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NFR-05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C57A736-B920-AECB-492D-70863FC8980E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84E6C58-6143-E800-FFDE-F9CE511ECB35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AEB875D-F3B3-66D4-E253-703BF38568F8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092BE16-C491-41C0-E298-7F1046D7041E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Die Zugriffsrechte sind rollenbasiert und werden kontrolliert, um den Schutz sensibler und personenbezogener Informationen jederzeit zu gewährleisten. Alle gespeicherten Daten werden verschlüsselt abgelegt.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303F75C-FC2D-208B-24E1-9365221DD27F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453C8E0-9534-42E2-7950-C3E72CF4760B}"/>
              </a:ext>
            </a:extLst>
          </p:cNvPr>
          <p:cNvSpPr/>
          <p:nvPr/>
        </p:nvSpPr>
        <p:spPr>
          <a:xfrm>
            <a:off x="1899251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Der Schutz sensibler Informationen von </a:t>
            </a:r>
            <a:r>
              <a:rPr lang="de-DE" sz="1100" dirty="0" err="1">
                <a:solidFill>
                  <a:schemeClr val="tx1"/>
                </a:solidFill>
              </a:rPr>
              <a:t>Klient:innen</a:t>
            </a:r>
            <a:r>
              <a:rPr lang="de-DE" sz="1100" dirty="0">
                <a:solidFill>
                  <a:schemeClr val="tx1"/>
                </a:solidFill>
              </a:rPr>
              <a:t> und </a:t>
            </a:r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ist essenziell, um Datenschutzrichtlinien einzuhalten und Vertrauen in das System zu sichern.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D9F7261-40CA-050C-87B3-987872AF2DDC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076759C-53A5-2369-BDC1-63F6593A3CC6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CE05F403-17D4-9FD7-7736-054DF1180047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EF0043B3-4773-B35F-7F4C-44714A976CA9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de-DE" sz="1100" dirty="0">
                <a:solidFill>
                  <a:schemeClr val="tx1"/>
                </a:solidFill>
              </a:rPr>
              <a:t>Die Daten sind verschlüsselt in der Datenbank gespeichert. Unautorisierte Zugriffe werden verhindert.</a:t>
            </a:r>
          </a:p>
          <a:p>
            <a:endParaRPr lang="en-US" sz="1600" u="sng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D631C4A-6336-DC07-3548-B5D530B5C0A7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DF26AFA-BECA-EB66-B08F-87336992684B}"/>
              </a:ext>
            </a:extLst>
          </p:cNvPr>
          <p:cNvSpPr/>
          <p:nvPr/>
        </p:nvSpPr>
        <p:spPr>
          <a:xfrm>
            <a:off x="6254749" y="462280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9F14605-3851-4C54-B10B-ACBC96897DDE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EDAC603B-C06F-740A-E1E5-2CE39F1AD986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Verschlüsselung könnte </a:t>
            </a:r>
            <a:r>
              <a:rPr lang="de-DE" sz="1100" dirty="0" err="1">
                <a:solidFill>
                  <a:schemeClr val="tx1"/>
                </a:solidFill>
              </a:rPr>
              <a:t>Nutzer:innenfreundlichkeit</a:t>
            </a:r>
            <a:r>
              <a:rPr lang="de-DE" sz="1100" dirty="0">
                <a:solidFill>
                  <a:schemeClr val="tx1"/>
                </a:solidFill>
              </a:rPr>
              <a:t> einschränken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522B3744-1C59-7536-7D05-0E4B5FF00BC3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6645673-F64C-2909-20F3-0D42EAAD42C4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b="1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Erstellt am 03.11., bearbeitet am 03.11.,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Pia</a:t>
            </a:r>
          </a:p>
        </p:txBody>
      </p:sp>
    </p:spTree>
    <p:extLst>
      <p:ext uri="{BB962C8B-B14F-4D97-AF65-F5344CB8AC3E}">
        <p14:creationId xmlns:p14="http://schemas.microsoft.com/office/powerpoint/2010/main" val="954146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686E-FC42-2E2F-72D7-0EEC7C999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BAB7301-D32F-3273-EF91-7D63F6C62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71A80EF-3799-AAC9-7761-9FB26B1853F2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NFR-06-0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92DDA98-D2D5-B346-91FF-A174714D7094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BAF1B71-0912-6589-1F7A-352E78C40E39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496A81A-D013-0D87-6EDE-88C7DA3EDF05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F4FCF3D-FE0F-FDD0-DD01-4E2069E9E57E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Die Gestaltung orientiert sich an einem </a:t>
            </a:r>
            <a:r>
              <a:rPr lang="de-DE" sz="1100" dirty="0" err="1">
                <a:solidFill>
                  <a:schemeClr val="tx1"/>
                </a:solidFill>
              </a:rPr>
              <a:t>traumasensiblen</a:t>
            </a:r>
            <a:r>
              <a:rPr lang="de-DE" sz="1100" dirty="0">
                <a:solidFill>
                  <a:schemeClr val="tx1"/>
                </a:solidFill>
              </a:rPr>
              <a:t>, feministischen und intersektionalen Selbstverständnis, das von einer weiten Definition des Gewaltbegriffs ausgeht.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F5400F3-C43A-E08E-95D9-0C5C1DABD06B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CAC4544B-C784-4E15-B8FA-745834A84538}"/>
              </a:ext>
            </a:extLst>
          </p:cNvPr>
          <p:cNvSpPr/>
          <p:nvPr/>
        </p:nvSpPr>
        <p:spPr>
          <a:xfrm>
            <a:off x="1899251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Nicht-</a:t>
            </a:r>
            <a:r>
              <a:rPr lang="de-DE" sz="1100" dirty="0" err="1">
                <a:solidFill>
                  <a:schemeClr val="tx1"/>
                </a:solidFill>
              </a:rPr>
              <a:t>triggernde</a:t>
            </a:r>
            <a:r>
              <a:rPr lang="de-DE" sz="1100" dirty="0">
                <a:solidFill>
                  <a:schemeClr val="tx1"/>
                </a:solidFill>
              </a:rPr>
              <a:t> Sprache ist vonnöten, um eine optimale Benutzung zu gewährleisten.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9BAE86CD-976B-35BC-1DD4-E00053B65822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CA18865E-5F7F-D5EC-759F-3DE9AAB2F501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3B69A44-4616-79FA-DD39-C48C1CCA210C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2EF7F74-475E-0CDA-ECB2-D7C5BFAE2DD4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sowie </a:t>
            </a:r>
            <a:r>
              <a:rPr lang="de-DE" sz="1100" dirty="0" err="1">
                <a:solidFill>
                  <a:schemeClr val="tx1"/>
                </a:solidFill>
              </a:rPr>
              <a:t>Nutzer:innen</a:t>
            </a:r>
            <a:r>
              <a:rPr lang="de-DE" sz="1100" dirty="0">
                <a:solidFill>
                  <a:schemeClr val="tx1"/>
                </a:solidFill>
              </a:rPr>
              <a:t> können das System problemlos nutzen, ohne sich vor den Kopf gestoßen zu fühlen.</a:t>
            </a:r>
          </a:p>
          <a:p>
            <a:endParaRPr lang="en-US" sz="1600" u="sng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F2950AD-0532-F784-F7E2-1C387987BA81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525BDBD-DD32-862C-3268-DE7F49C8DCEB}"/>
              </a:ext>
            </a:extLst>
          </p:cNvPr>
          <p:cNvSpPr/>
          <p:nvPr/>
        </p:nvSpPr>
        <p:spPr>
          <a:xfrm>
            <a:off x="6254749" y="462280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265FFE3-44E5-8E76-0E12-EAEB987ADB43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Mittel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B7BAC07-166C-8122-673A-B1BFD53AD1C9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2106ACF7-5941-09F0-1956-BC8C89DD1E0A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F4636E5-A4A9-1EAE-CA72-220E7D17EB96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b="1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Erstellt 03.11.2025, bearbeitet am 03.11.2025,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1209453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21590-4F4A-96CF-C8BF-C37F043B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DEBCB09-1C81-3668-9F1F-6F51E46E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EF44560-8B8B-2EB2-1A6F-C50C2C85F908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NFR-06-1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AC8B4F7-A5A5-DC7D-8D88-0DA03339B01A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CF6B33D-5E8F-B4AC-C178-B37F593EB8A5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01B81E4-996A-791D-AD6B-1407CB0957A3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30BEEE7-22E4-62F4-1B1F-DBDA16EDC2EC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Alle Texte, Labels und Hinweise verwenden gendersensible Formulierungen, die alle Personen unabhängig von ihrem Gender ansprechen.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30C7321-0D66-6A11-0BBF-B56D9E5CBE68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08DD6FD-D024-FC84-0869-E9CAC5FD7ACC}"/>
              </a:ext>
            </a:extLst>
          </p:cNvPr>
          <p:cNvSpPr/>
          <p:nvPr/>
        </p:nvSpPr>
        <p:spPr>
          <a:xfrm>
            <a:off x="1899251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tx1"/>
                </a:solidFill>
              </a:rPr>
              <a:t>Entspricht dem Leitbild von Bellis e.V.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>
                <a:solidFill>
                  <a:schemeClr val="tx1"/>
                </a:solidFill>
              </a:rPr>
              <a:t>fördert respektvolle Kommunikation gegenüber </a:t>
            </a:r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 und </a:t>
            </a:r>
            <a:r>
              <a:rPr lang="de-DE" sz="1100" dirty="0" err="1">
                <a:solidFill>
                  <a:schemeClr val="tx1"/>
                </a:solidFill>
              </a:rPr>
              <a:t>Klient:innen</a:t>
            </a:r>
            <a:r>
              <a:rPr lang="de-DE" sz="11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C686A41-60DD-3D30-4320-3907D68EBCB1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DEB557-2C79-7109-6E83-58D0EF5FDC5E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32C4D15-7C65-E950-BA32-498D5F3A163D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69CF130-45D1-C5A4-9737-1A9A28C7EEC9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de-DE" sz="1100" dirty="0">
                <a:solidFill>
                  <a:schemeClr val="tx1"/>
                </a:solidFill>
              </a:rPr>
              <a:t>Keine Inhalte (</a:t>
            </a:r>
            <a:r>
              <a:rPr lang="de-DE" sz="1100" dirty="0" err="1">
                <a:solidFill>
                  <a:schemeClr val="tx1"/>
                </a:solidFill>
              </a:rPr>
              <a:t>Benutzer:innenoberfläche</a:t>
            </a:r>
            <a:r>
              <a:rPr lang="de-DE" sz="1100" dirty="0">
                <a:solidFill>
                  <a:schemeClr val="tx1"/>
                </a:solidFill>
              </a:rPr>
              <a:t>, Fehlermeldungen, andere Texte) enthalten nur männliche oder weibliche Formen.</a:t>
            </a:r>
          </a:p>
          <a:p>
            <a:endParaRPr lang="en-US" sz="1600" u="sng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D28E50D-5892-BD28-F6A6-7EC65F1EAA36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EC95992-8C35-D139-64C5-E95851F4F175}"/>
              </a:ext>
            </a:extLst>
          </p:cNvPr>
          <p:cNvSpPr/>
          <p:nvPr/>
        </p:nvSpPr>
        <p:spPr>
          <a:xfrm>
            <a:off x="6254749" y="462280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94CC5B3D-5700-59F3-2888-42C92793622D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Mittel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851AB71-9CBD-58AA-3D76-C5E70D782BFD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5116FC00-280E-5436-E95E-70B8E4F12CBA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32A4DA0B-AF58-4E74-D8BF-E16B37C8030A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b="1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Erstellt 03.11.2025, bearbeitet am 03.11.2025,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: Anton, Miriam</a:t>
            </a:r>
          </a:p>
        </p:txBody>
      </p:sp>
    </p:spTree>
    <p:extLst>
      <p:ext uri="{BB962C8B-B14F-4D97-AF65-F5344CB8AC3E}">
        <p14:creationId xmlns:p14="http://schemas.microsoft.com/office/powerpoint/2010/main" val="3844318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5434C-84E4-0C14-EA89-B6BC6750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69FB284-C2BF-0236-A55A-E4F74249E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152400"/>
            <a:ext cx="10656888" cy="468314"/>
          </a:xfrm>
        </p:spPr>
        <p:txBody>
          <a:bodyPr>
            <a:normAutofit/>
          </a:bodyPr>
          <a:lstStyle/>
          <a:p>
            <a:r>
              <a:rPr lang="en-US" dirty="0"/>
              <a:t>2. Non-Functional Requirements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9747C5C-462C-180D-375C-CE82B6AF27BB}"/>
              </a:ext>
            </a:extLst>
          </p:cNvPr>
          <p:cNvSpPr/>
          <p:nvPr/>
        </p:nvSpPr>
        <p:spPr>
          <a:xfrm>
            <a:off x="192088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#: NFR-07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88B6389-8D79-B2A0-DD80-265DC92B720F}"/>
              </a:ext>
            </a:extLst>
          </p:cNvPr>
          <p:cNvSpPr/>
          <p:nvPr/>
        </p:nvSpPr>
        <p:spPr>
          <a:xfrm>
            <a:off x="4436269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Requirement Type: Non-Functional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2D5DCEE-8792-D51C-1E1D-A8593070E490}"/>
              </a:ext>
            </a:extLst>
          </p:cNvPr>
          <p:cNvSpPr/>
          <p:nvPr/>
        </p:nvSpPr>
        <p:spPr>
          <a:xfrm>
            <a:off x="8680450" y="908050"/>
            <a:ext cx="33194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Event/BUC/PUC #:</a:t>
            </a:r>
            <a:endParaRPr lang="de-DE" sz="11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2F91416-D1BB-AC72-24E1-FE3BD55B6F00}"/>
              </a:ext>
            </a:extLst>
          </p:cNvPr>
          <p:cNvSpPr/>
          <p:nvPr/>
        </p:nvSpPr>
        <p:spPr>
          <a:xfrm>
            <a:off x="192088" y="1370669"/>
            <a:ext cx="1375200" cy="3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Description: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DF99C51-6CFD-8D4F-58D7-F3A4614BF477}"/>
              </a:ext>
            </a:extLst>
          </p:cNvPr>
          <p:cNvSpPr/>
          <p:nvPr/>
        </p:nvSpPr>
        <p:spPr>
          <a:xfrm>
            <a:off x="1899251" y="1370669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Gesetzliche Anforderungen bzgl. DSGVO/Datensicherheit werden erfüllt.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33E1801-5596-1AE6-76E3-9C6FD5AAF975}"/>
              </a:ext>
            </a:extLst>
          </p:cNvPr>
          <p:cNvSpPr/>
          <p:nvPr/>
        </p:nvSpPr>
        <p:spPr>
          <a:xfrm>
            <a:off x="192090" y="2301438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Rationale: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26EC781-458B-B736-79B8-E20DAAEF5F96}"/>
              </a:ext>
            </a:extLst>
          </p:cNvPr>
          <p:cNvSpPr/>
          <p:nvPr/>
        </p:nvSpPr>
        <p:spPr>
          <a:xfrm>
            <a:off x="1899253" y="2301438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>
                <a:solidFill>
                  <a:schemeClr val="tx1"/>
                </a:solidFill>
              </a:rPr>
              <a:t>Gesetzliche Anforderungen müssen erfüllt und sensible Daten vor unberechtigtem Zugriff Dritter geschützt werden.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4BBCE3B-B9FF-EE31-DAFE-117AE9724F3B}"/>
              </a:ext>
            </a:extLst>
          </p:cNvPr>
          <p:cNvSpPr/>
          <p:nvPr/>
        </p:nvSpPr>
        <p:spPr>
          <a:xfrm>
            <a:off x="192088" y="3232207"/>
            <a:ext cx="13752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Originator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EB22572-DF8D-341F-ABB5-C09C933F7D7B}"/>
              </a:ext>
            </a:extLst>
          </p:cNvPr>
          <p:cNvSpPr/>
          <p:nvPr/>
        </p:nvSpPr>
        <p:spPr>
          <a:xfrm>
            <a:off x="1899251" y="3232207"/>
            <a:ext cx="10098000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100" dirty="0" err="1">
                <a:solidFill>
                  <a:schemeClr val="tx1"/>
                </a:solidFill>
              </a:rPr>
              <a:t>Mitarbeiter:innen</a:t>
            </a:r>
            <a:r>
              <a:rPr lang="de-DE" sz="1100" dirty="0">
                <a:solidFill>
                  <a:schemeClr val="tx1"/>
                </a:solidFill>
              </a:rPr>
              <a:t> des Bellis e.V., EU-Gesetzgebung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7A13C2B-4D97-70D6-508C-63B84C8FD69E}"/>
              </a:ext>
            </a:extLst>
          </p:cNvPr>
          <p:cNvSpPr/>
          <p:nvPr/>
        </p:nvSpPr>
        <p:spPr>
          <a:xfrm>
            <a:off x="192090" y="3694827"/>
            <a:ext cx="1375200" cy="324001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Fit </a:t>
            </a:r>
            <a:r>
              <a:rPr lang="de-DE" sz="1600" b="1" dirty="0" err="1">
                <a:solidFill>
                  <a:schemeClr val="tx1"/>
                </a:solidFill>
              </a:rPr>
              <a:t>Criterion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B308A06-CBA1-09B7-AFC4-058B36BE3F0D}"/>
              </a:ext>
            </a:extLst>
          </p:cNvPr>
          <p:cNvSpPr/>
          <p:nvPr/>
        </p:nvSpPr>
        <p:spPr>
          <a:xfrm>
            <a:off x="1899253" y="3694826"/>
            <a:ext cx="10098000" cy="79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tx1"/>
              </a:solidFill>
            </a:endParaRPr>
          </a:p>
          <a:p>
            <a:r>
              <a:rPr lang="de-DE" sz="1100" dirty="0">
                <a:solidFill>
                  <a:schemeClr val="tx1"/>
                </a:solidFill>
              </a:rPr>
              <a:t>Die Software ist DSGVO-konform. Der unberechtigte Zugriff auf die Daten durch Dritte wird durch Verschlüsselung (?) und Passwortschutz der zugreifenden Konten unterbunden.</a:t>
            </a:r>
          </a:p>
          <a:p>
            <a:endParaRPr lang="en-US" sz="1600" u="sng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995E401C-C94A-8A71-FC07-BDE7AE9F0AF4}"/>
              </a:ext>
            </a:extLst>
          </p:cNvPr>
          <p:cNvSpPr/>
          <p:nvPr/>
        </p:nvSpPr>
        <p:spPr>
          <a:xfrm>
            <a:off x="192088" y="462559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14B1E34-F297-17E8-1E54-7170D5A3977B}"/>
              </a:ext>
            </a:extLst>
          </p:cNvPr>
          <p:cNvSpPr/>
          <p:nvPr/>
        </p:nvSpPr>
        <p:spPr>
          <a:xfrm>
            <a:off x="6254749" y="462280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tx1"/>
                </a:solidFill>
              </a:rPr>
              <a:t>Customer </a:t>
            </a:r>
            <a:r>
              <a:rPr lang="de-DE" sz="1600" b="1" dirty="0" err="1">
                <a:solidFill>
                  <a:schemeClr val="tx1"/>
                </a:solidFill>
              </a:rPr>
              <a:t>Dissatisfaction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27190E2-6B35-B5ED-F304-D627FB46B6EC}"/>
              </a:ext>
            </a:extLst>
          </p:cNvPr>
          <p:cNvSpPr/>
          <p:nvPr/>
        </p:nvSpPr>
        <p:spPr>
          <a:xfrm>
            <a:off x="192090" y="5088214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Priority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Hoch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579EB63-D97B-DC06-C158-259135B905C7}"/>
              </a:ext>
            </a:extLst>
          </p:cNvPr>
          <p:cNvSpPr/>
          <p:nvPr/>
        </p:nvSpPr>
        <p:spPr>
          <a:xfrm>
            <a:off x="6254751" y="5086351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chemeClr val="tx1"/>
                </a:solidFill>
              </a:rPr>
              <a:t>Conflicts</a:t>
            </a:r>
            <a:r>
              <a:rPr lang="de-DE" sz="1600" b="1" dirty="0">
                <a:solidFill>
                  <a:schemeClr val="tx1"/>
                </a:solidFill>
              </a:rPr>
              <a:t>: </a:t>
            </a:r>
            <a:r>
              <a:rPr lang="de-DE" sz="1100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BC9273B8-F843-0FA2-4E8A-C550E978B122}"/>
              </a:ext>
            </a:extLst>
          </p:cNvPr>
          <p:cNvSpPr/>
          <p:nvPr/>
        </p:nvSpPr>
        <p:spPr>
          <a:xfrm>
            <a:off x="192086" y="5550833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Supporting</a:t>
            </a:r>
            <a:r>
              <a:rPr lang="de-DE" sz="1600" b="1" dirty="0">
                <a:solidFill>
                  <a:schemeClr val="tx1"/>
                </a:solidFill>
              </a:rPr>
              <a:t> Materials: </a:t>
            </a:r>
            <a:r>
              <a:rPr lang="de-DE" sz="1100" dirty="0">
                <a:solidFill>
                  <a:schemeClr val="tx1"/>
                </a:solidFill>
              </a:rPr>
              <a:t>Projektbeschreibung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C0E38685-899F-1A2D-161B-208CEB224466}"/>
              </a:ext>
            </a:extLst>
          </p:cNvPr>
          <p:cNvSpPr/>
          <p:nvPr/>
        </p:nvSpPr>
        <p:spPr>
          <a:xfrm>
            <a:off x="192088" y="6013455"/>
            <a:ext cx="5745162" cy="3238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Aft>
                <a:spcPts val="0"/>
              </a:spcAft>
            </a:pPr>
            <a:r>
              <a:rPr lang="de-DE" sz="1600" b="1" dirty="0" err="1">
                <a:solidFill>
                  <a:schemeClr val="tx1"/>
                </a:solidFill>
              </a:rPr>
              <a:t>History</a:t>
            </a:r>
            <a:r>
              <a:rPr lang="de-DE" sz="1600" b="1" dirty="0">
                <a:solidFill>
                  <a:schemeClr val="tx1"/>
                </a:solidFill>
              </a:rPr>
              <a:t>:</a:t>
            </a:r>
            <a:r>
              <a:rPr lang="de-DE" sz="1100" b="1" dirty="0">
                <a:solidFill>
                  <a:schemeClr val="tx1"/>
                </a:solidFill>
              </a:rPr>
              <a:t> </a:t>
            </a:r>
            <a:r>
              <a:rPr lang="de-DE" sz="1100" dirty="0">
                <a:solidFill>
                  <a:schemeClr val="tx1"/>
                </a:solidFill>
              </a:rPr>
              <a:t>Erstellt: 02.11.2025, bearbeitet am 03.11.2025, </a:t>
            </a:r>
            <a:r>
              <a:rPr lang="de-DE" sz="1100" dirty="0" err="1">
                <a:solidFill>
                  <a:schemeClr val="tx1"/>
                </a:solidFill>
              </a:rPr>
              <a:t>letzte:r</a:t>
            </a:r>
            <a:r>
              <a:rPr lang="de-DE" sz="1100" dirty="0">
                <a:solidFill>
                  <a:schemeClr val="tx1"/>
                </a:solidFill>
              </a:rPr>
              <a:t> </a:t>
            </a:r>
            <a:r>
              <a:rPr lang="de-DE" sz="1100" dirty="0" err="1">
                <a:solidFill>
                  <a:schemeClr val="tx1"/>
                </a:solidFill>
              </a:rPr>
              <a:t>Bearbeiter:in</a:t>
            </a:r>
            <a:r>
              <a:rPr lang="de-DE" sz="1100" dirty="0">
                <a:solidFill>
                  <a:schemeClr val="tx1"/>
                </a:solidFill>
              </a:rPr>
              <a:t> : Miriam</a:t>
            </a:r>
          </a:p>
        </p:txBody>
      </p:sp>
    </p:spTree>
    <p:extLst>
      <p:ext uri="{BB962C8B-B14F-4D97-AF65-F5344CB8AC3E}">
        <p14:creationId xmlns:p14="http://schemas.microsoft.com/office/powerpoint/2010/main" val="1502457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463F0-D092-2476-B98E-983F69D5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Reflexion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161850B-EE87-AF25-B498-9AD014293D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0" dirty="0"/>
              <a:t>Wie sind Sie zu den Ergebnissen gekommen?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804FCE-2C8B-0E6B-1DFA-001BFA76AD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base"/>
            <a:r>
              <a:rPr lang="de-DE" dirty="0"/>
              <a:t>Zu einem großen Teil durch den individuellen Einsatz von Hanna </a:t>
            </a:r>
          </a:p>
          <a:p>
            <a:pPr fontAlgn="base"/>
            <a:r>
              <a:rPr lang="de-DE" dirty="0"/>
              <a:t>Späte engere Abstimmung und Kooperation in Präsenz zwischen Teilen der Gruppe</a:t>
            </a:r>
          </a:p>
        </p:txBody>
      </p:sp>
    </p:spTree>
    <p:extLst>
      <p:ext uri="{BB962C8B-B14F-4D97-AF65-F5344CB8AC3E}">
        <p14:creationId xmlns:p14="http://schemas.microsoft.com/office/powerpoint/2010/main" val="3377440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4464-4403-82F2-5C70-332D0C102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7AE6DF-4408-6938-B01C-27368C4E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Reflexion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CE5FC6-691A-1CAE-7E2F-9B0D188F55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>
                <a:highlight>
                  <a:srgbClr val="FFFF00"/>
                </a:highlight>
              </a:rPr>
              <a:t>Aufteilung</a:t>
            </a:r>
            <a:r>
              <a:rPr lang="en-US" dirty="0">
                <a:highlight>
                  <a:srgbClr val="FFFF00"/>
                </a:highlight>
              </a:rPr>
              <a:t>/Layout der </a:t>
            </a:r>
            <a:r>
              <a:rPr lang="en-US" dirty="0" err="1">
                <a:highlight>
                  <a:srgbClr val="FFFF00"/>
                </a:highlight>
              </a:rPr>
              <a:t>Folien</a:t>
            </a:r>
            <a:r>
              <a:rPr lang="en-US" dirty="0">
                <a:highlight>
                  <a:srgbClr val="FFFF00"/>
                </a:highlight>
              </a:rPr>
              <a:t>? Text </a:t>
            </a:r>
            <a:r>
              <a:rPr lang="en-US" dirty="0" err="1">
                <a:highlight>
                  <a:srgbClr val="FFFF00"/>
                </a:highlight>
              </a:rPr>
              <a:t>reduzieren</a:t>
            </a:r>
            <a:r>
              <a:rPr lang="en-US" dirty="0">
                <a:highlight>
                  <a:srgbClr val="FFFF00"/>
                </a:highlight>
              </a:rPr>
              <a:t>?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99508B5-BB79-FC91-35A1-5EC9BA5D55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base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6052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B9EFA-3A17-4A00-652B-9512CFAF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23E502-22B9-9B05-3D11-373A19DC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Reflexion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54B995E-C89F-4F47-4D78-652528100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base"/>
            <a:r>
              <a:rPr lang="de-DE" b="0" dirty="0">
                <a:latin typeface="+mn-lt"/>
              </a:rPr>
              <a:t>Was waren die Herausforderungen und Probleme? 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171330D-06A2-D3D4-64F3-D1F344E81B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base"/>
            <a:r>
              <a:rPr lang="de-DE" dirty="0">
                <a:latin typeface="+mn-lt"/>
              </a:rPr>
              <a:t>Zielführende Abstimmung in der Gruppe und fehlende Rückmeldung (Kommunikationsmittel Gruppenchat, mangelnde persönliche Treffen)</a:t>
            </a:r>
          </a:p>
          <a:p>
            <a:pPr fontAlgn="base"/>
            <a:r>
              <a:rPr lang="de-DE" dirty="0">
                <a:latin typeface="+mn-lt"/>
              </a:rPr>
              <a:t>Organisation, Arbeitsaufteilung und Zeitplan, bis wann welche Aufgaben erledigt sein müssen (kein funktionierendes Projektmanagement)</a:t>
            </a:r>
          </a:p>
          <a:p>
            <a:pPr fontAlgn="base"/>
            <a:r>
              <a:rPr lang="de-DE" dirty="0">
                <a:latin typeface="+mn-lt"/>
              </a:rPr>
              <a:t>Unklarheit der Mitglieder in Bezug auf die Aufgabenstellung bzgl. der konkreten Erfüllung (z.B. Formulierung der Snow Cards); mangelnde Einheitlichkeit</a:t>
            </a:r>
          </a:p>
          <a:p>
            <a:pPr fontAlgn="base"/>
            <a:r>
              <a:rPr lang="de-DE" dirty="0">
                <a:latin typeface="+mn-lt"/>
              </a:rPr>
              <a:t>Mangelnde, zeitlich adäquate Beteiligung von Gruppenmitgliedern in der Gesamtgruppe und in der Präsentationsgruppe</a:t>
            </a:r>
          </a:p>
          <a:p>
            <a:pPr fontAlgn="base"/>
            <a:r>
              <a:rPr lang="de-DE" dirty="0">
                <a:latin typeface="+mn-lt"/>
              </a:rPr>
              <a:t>Als Resultat der Probleme später Fortschritt bei der Bearbeitung des Meilensteins</a:t>
            </a:r>
          </a:p>
        </p:txBody>
      </p:sp>
    </p:spTree>
    <p:extLst>
      <p:ext uri="{BB962C8B-B14F-4D97-AF65-F5344CB8AC3E}">
        <p14:creationId xmlns:p14="http://schemas.microsoft.com/office/powerpoint/2010/main" val="1838529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70BC9-DAE2-8951-E559-EA734115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B36833-CBF9-9CD8-43F8-EAAE81C6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Reflexion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6B2A6A9-43EC-5413-25F5-284E7A108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base"/>
            <a:r>
              <a:rPr lang="de-DE" b="0" dirty="0">
                <a:latin typeface="+mn-lt"/>
              </a:rPr>
              <a:t>Was waren die Herausforderungen und Probleme? 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84572AE-F61E-A213-8A4F-6372A405E5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base"/>
            <a:r>
              <a:rPr lang="de-DE" dirty="0">
                <a:latin typeface="+mn-lt"/>
              </a:rPr>
              <a:t>Zielführende Abstimmung in der Gruppe und fehlende Rückmeldung (Kommunikationsmittel Gruppenchat, mangelnde persönliche Treffen)</a:t>
            </a:r>
          </a:p>
          <a:p>
            <a:pPr fontAlgn="base"/>
            <a:r>
              <a:rPr lang="de-DE" dirty="0">
                <a:latin typeface="+mn-lt"/>
              </a:rPr>
              <a:t>Organisation, Arbeitsaufteilung und Zeitplan, bis wann welche Aufgaben erledigt sein müssen (kein funktionierendes Projektmanagement)</a:t>
            </a:r>
          </a:p>
          <a:p>
            <a:pPr fontAlgn="base"/>
            <a:r>
              <a:rPr lang="de-DE" dirty="0">
                <a:latin typeface="+mn-lt"/>
              </a:rPr>
              <a:t>Unklarheit der Mitglieder in Bezug auf die Aufgabenstellung bzgl. der konkreten Erfüllung (z.B. Formulierung der Snow Cards); mangelnde Einheitlichkeit</a:t>
            </a:r>
          </a:p>
          <a:p>
            <a:pPr fontAlgn="base"/>
            <a:r>
              <a:rPr lang="de-DE" dirty="0">
                <a:latin typeface="+mn-lt"/>
              </a:rPr>
              <a:t>Mangelnde, zeitlich adäquate Beteiligung von Gruppenmitgliedern in der Gesamtgruppe und in der Präsentationsgruppe</a:t>
            </a:r>
          </a:p>
          <a:p>
            <a:pPr fontAlgn="base"/>
            <a:r>
              <a:rPr lang="de-DE" dirty="0">
                <a:latin typeface="+mn-lt"/>
              </a:rPr>
              <a:t>Als Resultat der Probleme später Fortschritt bei der Bearbeitung des Meilensteins</a:t>
            </a:r>
          </a:p>
        </p:txBody>
      </p:sp>
    </p:spTree>
    <p:extLst>
      <p:ext uri="{BB962C8B-B14F-4D97-AF65-F5344CB8AC3E}">
        <p14:creationId xmlns:p14="http://schemas.microsoft.com/office/powerpoint/2010/main" val="317058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28D0F2FB-3342-1B5A-CE52-0F060DFA0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201A0005-0130-8464-3573-0DA66FEE59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0" dirty="0">
                <a:latin typeface="+mn-lt"/>
              </a:rPr>
              <a:t>Wie </a:t>
            </a:r>
            <a:r>
              <a:rPr lang="en-US" b="0" dirty="0" err="1">
                <a:latin typeface="+mn-lt"/>
              </a:rPr>
              <a:t>wurden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sie</a:t>
            </a:r>
            <a:r>
              <a:rPr lang="en-US" b="0" dirty="0">
                <a:latin typeface="+mn-lt"/>
              </a:rPr>
              <a:t> </a:t>
            </a:r>
            <a:r>
              <a:rPr lang="en-US" b="0" dirty="0" err="1">
                <a:latin typeface="+mn-lt"/>
              </a:rPr>
              <a:t>gelöst</a:t>
            </a:r>
            <a:r>
              <a:rPr lang="en-US" b="0" dirty="0">
                <a:latin typeface="+mn-lt"/>
              </a:rPr>
              <a:t>?</a:t>
            </a:r>
          </a:p>
          <a:p>
            <a:endParaRPr lang="en-US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4DF5104-15C3-15F1-45D2-3144A3BA77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>
                <a:latin typeface="+mn-lt"/>
              </a:rPr>
              <a:t>Teils durch Abstimmung unter wenigen Mitgliedern 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4508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259CD-51DF-576A-E8A9-0325C665B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A1B3BB8D-EDCD-EA9B-DD7E-35BB93DDD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793C303-0D52-EC10-8B01-666578FE57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0" dirty="0">
                <a:latin typeface="+mn-lt"/>
              </a:rPr>
              <a:t>Was haben Sie gelernt? Was würden Sie beim nächsten Mal anders machen?</a:t>
            </a:r>
          </a:p>
          <a:p>
            <a:endParaRPr lang="en-US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4A8B7F8-2D1A-1090-44D1-95BB58E5DA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>
                <a:latin typeface="+mn-lt"/>
              </a:rPr>
              <a:t>Ernsthaftes Projektmanagement betreiben; informieren welche Methoden und Tools wir sinnvoll anwenden können</a:t>
            </a:r>
          </a:p>
          <a:p>
            <a:r>
              <a:rPr lang="de-DE">
                <a:latin typeface="+mn-lt"/>
              </a:rPr>
              <a:t>Eine Form von Projektmanagement-Tool verwenden für Management von Aufgaben, Deadlines und Diskussionen -&gt; Transparente Übersicht für alle Mitglieder</a:t>
            </a:r>
          </a:p>
          <a:p>
            <a:r>
              <a:rPr lang="de-DE">
                <a:latin typeface="+mn-lt"/>
              </a:rPr>
              <a:t>Verbindlich kommunizieren und Absprachen treffen (z. B. Deadlines und klare Aufgabenzuteilung) </a:t>
            </a:r>
          </a:p>
          <a:p>
            <a:r>
              <a:rPr lang="de-DE">
                <a:latin typeface="+mn-lt"/>
              </a:rPr>
              <a:t>Früher mit Organisation/Bearbeitung beginnen</a:t>
            </a:r>
          </a:p>
          <a:p>
            <a:r>
              <a:rPr lang="de-DE">
                <a:latin typeface="+mn-lt"/>
              </a:rPr>
              <a:t>Meetings zur Klärung unmittelbarer/spezifischer Anliegen und Themen, die mehr das Projekt allgemein betreffen, präferabel in Präsenz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6726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FD1B475-6251-BBE3-CF57-577E9BC9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7E4147C-6276-38B4-4BF1-EFAE9DDBAB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2089" y="908050"/>
            <a:ext cx="5795962" cy="928370"/>
          </a:xfrm>
        </p:spPr>
        <p:txBody>
          <a:bodyPr/>
          <a:lstStyle/>
          <a:p>
            <a:r>
              <a:rPr lang="en-US" b="0" dirty="0">
                <a:latin typeface="+mn-lt"/>
              </a:rPr>
              <a:t>Was lief gut?</a:t>
            </a:r>
          </a:p>
          <a:p>
            <a:endParaRPr lang="en-US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6255430-88B5-250F-D2CF-A058938CD5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sz="2000" dirty="0">
                <a:latin typeface="+mn-lt"/>
              </a:rPr>
              <a:t>siehe oben/in Kürze: Organisation, Kommunikation, Beteiligung </a:t>
            </a:r>
          </a:p>
          <a:p>
            <a:endParaRPr lang="en-US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BEA7B7E3-1BEB-4C63-B57E-2F493B03DAA3}"/>
              </a:ext>
            </a:extLst>
          </p:cNvPr>
          <p:cNvSpPr txBox="1">
            <a:spLocks/>
          </p:cNvSpPr>
          <p:nvPr/>
        </p:nvSpPr>
        <p:spPr>
          <a:xfrm>
            <a:off x="6201746" y="914270"/>
            <a:ext cx="5795962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>
                <a:latin typeface="+mn-lt"/>
              </a:rPr>
              <a:t>Was lief </a:t>
            </a:r>
            <a:r>
              <a:rPr lang="en-US" b="0" dirty="0" err="1">
                <a:latin typeface="+mn-lt"/>
              </a:rPr>
              <a:t>nicht</a:t>
            </a:r>
            <a:r>
              <a:rPr lang="en-US" b="0" dirty="0">
                <a:latin typeface="+mn-lt"/>
              </a:rPr>
              <a:t> gut?</a:t>
            </a: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828ACCB5-7908-DB53-7BB6-D762CF1330BC}"/>
              </a:ext>
            </a:extLst>
          </p:cNvPr>
          <p:cNvSpPr txBox="1">
            <a:spLocks/>
          </p:cNvSpPr>
          <p:nvPr/>
        </p:nvSpPr>
        <p:spPr>
          <a:xfrm>
            <a:off x="192088" y="2067776"/>
            <a:ext cx="5795963" cy="42846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de-DE" sz="2000" dirty="0">
                <a:latin typeface="+mn-lt"/>
              </a:rPr>
              <a:t>Einsatz von Hanna</a:t>
            </a:r>
          </a:p>
          <a:p>
            <a:pPr marL="342900" indent="-342900"/>
            <a:r>
              <a:rPr lang="de-DE" sz="2000" dirty="0">
                <a:latin typeface="+mn-lt"/>
              </a:rPr>
              <a:t>Persönliche Abstimmung und produktive Zusammenarbeit einiger Gruppenmitglieder am Montag</a:t>
            </a:r>
          </a:p>
          <a:p>
            <a:endParaRPr lang="en-US" sz="2000" dirty="0"/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791457"/>
      </p:ext>
    </p:extLst>
  </p:cSld>
  <p:clrMapOvr>
    <a:masterClrMapping/>
  </p:clrMapOvr>
</p:sld>
</file>

<file path=ppt/theme/theme1.xml><?xml version="1.0" encoding="utf-8"?>
<a:theme xmlns:a="http://schemas.openxmlformats.org/drawingml/2006/main" name="TUC Startfolie">
  <a:themeElements>
    <a:clrScheme name="Benutzerdefiniert 1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4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4" id="{8E23E5B1-ED62-4819-9B36-298B6B0E6F18}" vid="{DB5A10D5-1650-48E2-8DB9-B470665AD63C}"/>
    </a:ext>
  </a:extLst>
</a:theme>
</file>

<file path=ppt/theme/theme2.xml><?xml version="1.0" encoding="utf-8"?>
<a:theme xmlns:a="http://schemas.openxmlformats.org/drawingml/2006/main" name="TUC Folgefolien ">
  <a:themeElements>
    <a:clrScheme name="Benutzerdefiniert 2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4A8246"/>
      </a:accent2>
      <a:accent3>
        <a:srgbClr val="00C6A7"/>
      </a:accent3>
      <a:accent4>
        <a:srgbClr val="F2F2F2"/>
      </a:accent4>
      <a:accent5>
        <a:srgbClr val="92D050"/>
      </a:accent5>
      <a:accent6>
        <a:srgbClr val="00322A"/>
      </a:accent6>
      <a:hlink>
        <a:srgbClr val="005F50"/>
      </a:hlink>
      <a:folHlink>
        <a:srgbClr val="00AC8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4" id="{8E23E5B1-ED62-4819-9B36-298B6B0E6F18}" vid="{AAFD04C6-EAA1-4087-BFE9-807DE0C284A0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INFO_KH</Template>
  <TotalTime>0</TotalTime>
  <Words>2876</Words>
  <Application>Microsoft Office PowerPoint</Application>
  <PresentationFormat>Breitbild</PresentationFormat>
  <Paragraphs>389</Paragraphs>
  <Slides>26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26</vt:i4>
      </vt:variant>
    </vt:vector>
  </HeadingPairs>
  <TitlesOfParts>
    <vt:vector size="31" baseType="lpstr">
      <vt:lpstr>Calibri</vt:lpstr>
      <vt:lpstr>Roboto</vt:lpstr>
      <vt:lpstr>Arial</vt:lpstr>
      <vt:lpstr>TUC Startfolie</vt:lpstr>
      <vt:lpstr>TUC Folgefolien </vt:lpstr>
      <vt:lpstr>Softwarepraktikum WS25/26   </vt:lpstr>
      <vt:lpstr>Gliederung</vt:lpstr>
      <vt:lpstr>1. Functional Requirements</vt:lpstr>
      <vt:lpstr>1. Functional Requirements</vt:lpstr>
      <vt:lpstr>1. Functional Requirements</vt:lpstr>
      <vt:lpstr>1. Functional Requirements</vt:lpstr>
      <vt:lpstr>1. Functional Requirements</vt:lpstr>
      <vt:lpstr>2. Non-Functional Requirements</vt:lpstr>
      <vt:lpstr>2. Non-Functional Requirements</vt:lpstr>
      <vt:lpstr>2. Non-Functional Requirements</vt:lpstr>
      <vt:lpstr>2. Non-Functional Requirements</vt:lpstr>
      <vt:lpstr>2. Non-Functional Requirements</vt:lpstr>
      <vt:lpstr>2. Non-Functional Requirements</vt:lpstr>
      <vt:lpstr>2. Non-Functional Requirements</vt:lpstr>
      <vt:lpstr>2. Non-Functional Requirements</vt:lpstr>
      <vt:lpstr>2. Non-Functional Requirements</vt:lpstr>
      <vt:lpstr>2. Non-Functional Requirements</vt:lpstr>
      <vt:lpstr>2. Non-Functional Requirements</vt:lpstr>
      <vt:lpstr>2. Non-Functional Requirements</vt:lpstr>
      <vt:lpstr>3. Reflexion</vt:lpstr>
      <vt:lpstr>3. Reflexion</vt:lpstr>
      <vt:lpstr>3. Reflexion</vt:lpstr>
      <vt:lpstr>3. Reflexion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Mohammad Rajeh</dc:creator>
  <cp:keywords/>
  <dc:description/>
  <cp:lastModifiedBy>Anton Schmierer</cp:lastModifiedBy>
  <cp:revision>5</cp:revision>
  <cp:lastPrinted>2015-10-30T11:33:42Z</cp:lastPrinted>
  <dcterms:created xsi:type="dcterms:W3CDTF">2025-10-30T14:38:09Z</dcterms:created>
  <dcterms:modified xsi:type="dcterms:W3CDTF">2025-11-03T16:51:17Z</dcterms:modified>
  <cp:category>Corporate Design der TU Chemnitz</cp:category>
</cp:coreProperties>
</file>